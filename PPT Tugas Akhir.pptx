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7" r:id="rId2"/>
    <p:sldId id="268" r:id="rId3"/>
    <p:sldId id="270" r:id="rId4"/>
    <p:sldId id="289" r:id="rId5"/>
    <p:sldId id="272" r:id="rId6"/>
    <p:sldId id="291" r:id="rId7"/>
    <p:sldId id="277" r:id="rId8"/>
    <p:sldId id="280" r:id="rId9"/>
    <p:sldId id="278" r:id="rId10"/>
    <p:sldId id="284" r:id="rId11"/>
    <p:sldId id="292" r:id="rId12"/>
    <p:sldId id="285" r:id="rId13"/>
    <p:sldId id="286" r:id="rId14"/>
    <p:sldId id="282" r:id="rId15"/>
    <p:sldId id="287" r:id="rId16"/>
    <p:sldId id="288" r:id="rId17"/>
  </p:sldIdLst>
  <p:sldSz cx="12192000" cy="6858000"/>
  <p:notesSz cx="6858000" cy="9144000"/>
  <p:embeddedFontLst>
    <p:embeddedFont>
      <p:font typeface="Aharoni" panose="02010803020104030203" pitchFamily="2" charset="-79"/>
      <p:bold r:id="rId18"/>
    </p:embeddedFont>
    <p:embeddedFont>
      <p:font typeface="Arial Black" panose="020B0A04020102020204" pitchFamily="34" charset="0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0E7"/>
    <a:srgbClr val="407180"/>
    <a:srgbClr val="2A4A54"/>
    <a:srgbClr val="AD6534"/>
    <a:srgbClr val="5B3A11"/>
    <a:srgbClr val="648282"/>
    <a:srgbClr val="465C5B"/>
    <a:srgbClr val="B9696A"/>
    <a:srgbClr val="A5B4B4"/>
    <a:srgbClr val="374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91" autoAdjust="0"/>
  </p:normalViewPr>
  <p:slideViewPr>
    <p:cSldViewPr snapToGrid="0">
      <p:cViewPr varScale="1">
        <p:scale>
          <a:sx n="105" d="100"/>
          <a:sy n="105" d="100"/>
        </p:scale>
        <p:origin x="7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7D069-E5E2-4B67-8E28-6E78A7819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5CAB5-ABC9-48E0-B1DC-B2EA392B9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9787B-1552-4738-9917-8E404E214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EBDCC-6BF5-4EA7-B953-50F1E908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E1AB8-EE5E-4A47-9E48-DAB07466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2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2AC6-5E8D-4FD8-AED6-9A0B37825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40CF3-FB58-4ED9-AF46-1FCF27369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6D547-C662-4590-AE22-C215B1F3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8531B-A2EC-41E7-9C1E-AF4F5A2A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75C0B-C447-439B-83AB-C3DF4ECBB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0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B348-C777-4D58-A4BF-1A973B762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14437-AA9C-4A06-BC4D-2157B3A6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79F48-B08F-4591-92F9-A8CF724D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57A7D-0F35-456A-9EC4-DE508DE38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99D4C-F957-4790-8535-6B79F3E9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0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9410C-5A37-48E0-B1FB-36A0006A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571A0-F8F4-48D3-BE53-12EC86707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4372C-4841-40ED-9627-547E5671D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92BCF-1E8F-455C-9CCB-17AC75E6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A74F9-6722-4F87-86C7-436ACA8EA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BB7BC-E6FA-4246-A51A-DCE88260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15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D43D9-3426-4B64-B4F4-8F55FD821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546B8-CD60-4648-BECE-5D7DB6761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5FEDF-3369-47F7-AF0E-370878B3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6D295-92D0-45CA-9658-6948F38C2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F0A70D-4511-4A84-817D-1A8D5C884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7E8F9-28AE-4577-BD1C-F87C57A02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4DC33-F02C-4ACA-9789-34449EEC5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826178-069F-479A-B596-85834F95A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6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22B5B-F93F-4DC5-9F12-8ED918203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3F2AAC-A6A4-4650-B81C-702DB169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130C3-2448-48D4-ADD0-A5509E8E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FFC92-48D4-4C63-824F-7C8FF8E9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8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E193D-9473-4D27-A985-5644EEB1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0C0019-8693-412E-8664-851CE6B6E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786E2-7012-4DED-95CB-95A36DED3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6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35B57-717B-415D-9D6E-079C5C9F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BA2F8-8A99-41A2-8A66-1995D60AC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C80C7-2DF7-4156-B67D-CDC18CC45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A4EE5-61D1-4200-8DDE-79C2692EE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548F1-A952-4729-B4F1-7881AFE9C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B0200-688A-446F-88A3-3226EE98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95D44-9C9D-427B-81E6-AAD821C63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399E03-F51A-484D-8B09-175B972B1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1E2C8-F925-43B2-976C-49B15F36B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49E4A-CF45-4AC0-8651-84280E32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7B7E7-6AF0-40BB-940F-2C64CD38F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4F2DF-FB45-4FCD-9CE5-A3EC62FE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63D8F-8747-4162-8CEE-7E7F0C0E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9022D-3627-4F66-9DAD-5D8B15718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05D87-A68D-4A51-97DA-976B2905D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6F294-08AC-4714-87A3-F805FF32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98321-481A-47FC-97F1-B22B94A5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2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86A8F9-B400-4DE5-A51E-B56B7A088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D66EB-487A-426E-988D-251E2D3E0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50693-95A9-43A1-B6B6-AA608898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8D61D-BCA4-4D72-9EE2-8A7E82FA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C50BA-DD25-4F42-9F64-769BBFEC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69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0582B-D24F-4DE8-B011-67E90F1D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061E2-2FE6-40CC-AB86-1EF411922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7FAC2-6FB4-4C59-977A-101B93779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D0240-E7B1-4713-A84C-C9063F10941F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D11DA-C19D-49A2-894B-9CCCCB5B3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D30EF-1620-438C-9732-7F6E89D6F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BE2B0-D2E9-4A2C-8577-4EC1D830D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1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2.xml"/><Relationship Id="rId7" Type="http://schemas.openxmlformats.org/officeDocument/2006/relationships/slide" Target="slide1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1.xml"/><Relationship Id="rId7" Type="http://schemas.openxmlformats.org/officeDocument/2006/relationships/slide" Target="slide9.xml"/><Relationship Id="rId12" Type="http://schemas.openxmlformats.org/officeDocument/2006/relationships/slide" Target="slide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4.xml"/><Relationship Id="rId5" Type="http://schemas.openxmlformats.org/officeDocument/2006/relationships/slide" Target="slide6.xml"/><Relationship Id="rId10" Type="http://schemas.openxmlformats.org/officeDocument/2006/relationships/image" Target="../media/image1.png"/><Relationship Id="rId4" Type="http://schemas.openxmlformats.org/officeDocument/2006/relationships/slide" Target="slide2.xml"/><Relationship Id="rId9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image" Target="../media/image1.png"/><Relationship Id="rId3" Type="http://schemas.microsoft.com/office/2007/relationships/hdphoto" Target="../media/hdphoto1.wdp"/><Relationship Id="rId7" Type="http://schemas.openxmlformats.org/officeDocument/2006/relationships/slide" Target="slide7.xml"/><Relationship Id="rId12" Type="http://schemas.openxmlformats.org/officeDocument/2006/relationships/slide" Target="slide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4.xml"/><Relationship Id="rId5" Type="http://schemas.openxmlformats.org/officeDocument/2006/relationships/slide" Target="slide2.xml"/><Relationship Id="rId10" Type="http://schemas.openxmlformats.org/officeDocument/2006/relationships/slide" Target="slide3.xml"/><Relationship Id="rId4" Type="http://schemas.openxmlformats.org/officeDocument/2006/relationships/slide" Target="slide1.xml"/><Relationship Id="rId9" Type="http://schemas.openxmlformats.org/officeDocument/2006/relationships/slide" Target="slide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4.xml"/><Relationship Id="rId3" Type="http://schemas.openxmlformats.org/officeDocument/2006/relationships/image" Target="../media/image6.png"/><Relationship Id="rId7" Type="http://schemas.openxmlformats.org/officeDocument/2006/relationships/slide" Target="slide7.xml"/><Relationship Id="rId12" Type="http://schemas.openxmlformats.org/officeDocument/2006/relationships/slide" Target="slide3.xm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5.xml"/><Relationship Id="rId5" Type="http://schemas.openxmlformats.org/officeDocument/2006/relationships/slide" Target="slide2.xml"/><Relationship Id="rId10" Type="http://schemas.openxmlformats.org/officeDocument/2006/relationships/image" Target="../media/image1.png"/><Relationship Id="rId4" Type="http://schemas.openxmlformats.org/officeDocument/2006/relationships/slide" Target="slide1.xml"/><Relationship Id="rId9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1.xml"/><Relationship Id="rId7" Type="http://schemas.openxmlformats.org/officeDocument/2006/relationships/slide" Target="slide9.xml"/><Relationship Id="rId12" Type="http://schemas.openxmlformats.org/officeDocument/2006/relationships/slide" Target="slide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5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9.png"/><Relationship Id="rId7" Type="http://schemas.openxmlformats.org/officeDocument/2006/relationships/slide" Target="slide6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11" Type="http://schemas.openxmlformats.org/officeDocument/2006/relationships/image" Target="../media/image1.png"/><Relationship Id="rId5" Type="http://schemas.openxmlformats.org/officeDocument/2006/relationships/slide" Target="slide1.xml"/><Relationship Id="rId10" Type="http://schemas.openxmlformats.org/officeDocument/2006/relationships/slide" Target="slide14.xml"/><Relationship Id="rId4" Type="http://schemas.microsoft.com/office/2007/relationships/hdphoto" Target="../media/hdphoto2.wdp"/><Relationship Id="rId9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2.xml"/><Relationship Id="rId7" Type="http://schemas.openxmlformats.org/officeDocument/2006/relationships/slide" Target="slide1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10" Type="http://schemas.openxmlformats.org/officeDocument/2006/relationships/image" Target="../media/image10.png"/><Relationship Id="rId4" Type="http://schemas.openxmlformats.org/officeDocument/2006/relationships/slide" Target="slide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1.xml"/><Relationship Id="rId7" Type="http://schemas.openxmlformats.org/officeDocument/2006/relationships/slide" Target="slide14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6.xml"/><Relationship Id="rId4" Type="http://schemas.openxmlformats.org/officeDocument/2006/relationships/slide" Target="slide2.xml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12.png"/><Relationship Id="rId7" Type="http://schemas.openxmlformats.org/officeDocument/2006/relationships/slide" Target="slide7.xml"/><Relationship Id="rId12" Type="http://schemas.openxmlformats.org/officeDocument/2006/relationships/slide" Target="slide13.xml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10.xml"/><Relationship Id="rId5" Type="http://schemas.openxmlformats.org/officeDocument/2006/relationships/slide" Target="slide2.xml"/><Relationship Id="rId10" Type="http://schemas.openxmlformats.org/officeDocument/2006/relationships/slide" Target="slide12.xml"/><Relationship Id="rId4" Type="http://schemas.openxmlformats.org/officeDocument/2006/relationships/slide" Target="slide1.xml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slide" Target="slide12.xml"/><Relationship Id="rId3" Type="http://schemas.openxmlformats.org/officeDocument/2006/relationships/slide" Target="slide2.xml"/><Relationship Id="rId7" Type="http://schemas.openxmlformats.org/officeDocument/2006/relationships/slide" Target="slide14.xml"/><Relationship Id="rId12" Type="http://schemas.openxmlformats.org/officeDocument/2006/relationships/slide" Target="slide1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image" Target="../media/image14.png"/><Relationship Id="rId5" Type="http://schemas.openxmlformats.org/officeDocument/2006/relationships/slide" Target="slide7.xml"/><Relationship Id="rId10" Type="http://schemas.openxmlformats.org/officeDocument/2006/relationships/image" Target="../media/image13.png"/><Relationship Id="rId4" Type="http://schemas.openxmlformats.org/officeDocument/2006/relationships/slide" Target="slide6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image" Target="../media/image16.png"/><Relationship Id="rId3" Type="http://schemas.openxmlformats.org/officeDocument/2006/relationships/slide" Target="slide2.xml"/><Relationship Id="rId7" Type="http://schemas.openxmlformats.org/officeDocument/2006/relationships/slide" Target="slide14.xml"/><Relationship Id="rId12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12.xml"/><Relationship Id="rId5" Type="http://schemas.openxmlformats.org/officeDocument/2006/relationships/slide" Target="slide7.xml"/><Relationship Id="rId10" Type="http://schemas.openxmlformats.org/officeDocument/2006/relationships/slide" Target="slide13.xml"/><Relationship Id="rId4" Type="http://schemas.openxmlformats.org/officeDocument/2006/relationships/slide" Target="slide6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2.xml"/><Relationship Id="rId7" Type="http://schemas.openxmlformats.org/officeDocument/2006/relationships/slide" Target="slide14.xml"/><Relationship Id="rId12" Type="http://schemas.openxmlformats.org/officeDocument/2006/relationships/slide" Target="slide1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image" Target="../media/image17.png"/><Relationship Id="rId5" Type="http://schemas.openxmlformats.org/officeDocument/2006/relationships/slide" Target="slide7.xml"/><Relationship Id="rId10" Type="http://schemas.openxmlformats.org/officeDocument/2006/relationships/slide" Target="slide10.xml"/><Relationship Id="rId4" Type="http://schemas.openxmlformats.org/officeDocument/2006/relationships/slide" Target="slide6.xml"/><Relationship Id="rId9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image" Target="../media/image19.png"/><Relationship Id="rId3" Type="http://schemas.openxmlformats.org/officeDocument/2006/relationships/slide" Target="slide2.xml"/><Relationship Id="rId7" Type="http://schemas.openxmlformats.org/officeDocument/2006/relationships/slide" Target="slide14.xml"/><Relationship Id="rId12" Type="http://schemas.openxmlformats.org/officeDocument/2006/relationships/image" Target="../media/image1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12.xml"/><Relationship Id="rId5" Type="http://schemas.openxmlformats.org/officeDocument/2006/relationships/slide" Target="slide7.xml"/><Relationship Id="rId10" Type="http://schemas.openxmlformats.org/officeDocument/2006/relationships/image" Target="../media/image1.png"/><Relationship Id="rId4" Type="http://schemas.openxmlformats.org/officeDocument/2006/relationships/slide" Target="slide6.xml"/><Relationship Id="rId9" Type="http://schemas.openxmlformats.org/officeDocument/2006/relationships/slide" Target="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" Target="slide2.xml"/><Relationship Id="rId7" Type="http://schemas.openxmlformats.org/officeDocument/2006/relationships/slide" Target="slide1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15.xml"/><Relationship Id="rId7" Type="http://schemas.openxmlformats.org/officeDocument/2006/relationships/slide" Target="slide6.xml"/><Relationship Id="rId12" Type="http://schemas.openxmlformats.org/officeDocument/2006/relationships/image" Target="../media/image1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11" Type="http://schemas.microsoft.com/office/2007/relationships/hdphoto" Target="../media/hdphoto3.wdp"/><Relationship Id="rId5" Type="http://schemas.openxmlformats.org/officeDocument/2006/relationships/slide" Target="slide1.xml"/><Relationship Id="rId10" Type="http://schemas.openxmlformats.org/officeDocument/2006/relationships/image" Target="../media/image20.png"/><Relationship Id="rId4" Type="http://schemas.openxmlformats.org/officeDocument/2006/relationships/image" Target="../media/image5.gif"/><Relationship Id="rId9" Type="http://schemas.openxmlformats.org/officeDocument/2006/relationships/slide" Target="slide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1.xml"/><Relationship Id="rId7" Type="http://schemas.openxmlformats.org/officeDocument/2006/relationships/slide" Target="slide9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2.xm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536D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9D61D41C-C49C-450F-9EC5-42F5DE801E92}"/>
              </a:ext>
            </a:extLst>
          </p:cNvPr>
          <p:cNvSpPr/>
          <p:nvPr/>
        </p:nvSpPr>
        <p:spPr>
          <a:xfrm>
            <a:off x="5458687" y="2988694"/>
            <a:ext cx="1274618" cy="1267025"/>
          </a:xfrm>
          <a:prstGeom prst="flowChartConnector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BD4C8FA-671E-4BA4-BE90-370B0961617C}"/>
              </a:ext>
            </a:extLst>
          </p:cNvPr>
          <p:cNvSpPr txBox="1"/>
          <p:nvPr/>
        </p:nvSpPr>
        <p:spPr>
          <a:xfrm>
            <a:off x="3945078" y="4506130"/>
            <a:ext cx="42949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Fadli Nurrizky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980A85B-6D64-4EAB-A327-4FB055B9FB33}"/>
              </a:ext>
            </a:extLst>
          </p:cNvPr>
          <p:cNvSpPr txBox="1"/>
          <p:nvPr/>
        </p:nvSpPr>
        <p:spPr>
          <a:xfrm>
            <a:off x="793160" y="1897837"/>
            <a:ext cx="106680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 err="1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Komparasi</a:t>
            </a:r>
            <a:r>
              <a:rPr lang="es-E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s-ES" sz="2200" dirty="0" err="1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Algoritma</a:t>
            </a:r>
            <a:r>
              <a:rPr lang="es-E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s-ES" sz="2200" dirty="0" err="1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Naive</a:t>
            </a:r>
            <a:r>
              <a:rPr lang="es-E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Bayes Dan </a:t>
            </a:r>
            <a:r>
              <a:rPr lang="es-ES" sz="2200" dirty="0" err="1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Support</a:t>
            </a:r>
            <a:r>
              <a:rPr lang="es-E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Vector Machine (</a:t>
            </a:r>
            <a:r>
              <a:rPr lang="es-ES" sz="2200" dirty="0" err="1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Svm</a:t>
            </a:r>
            <a:r>
              <a:rPr lang="es-E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) </a:t>
            </a:r>
            <a:r>
              <a:rPr lang="es-ES" sz="2200" dirty="0" err="1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Tentang</a:t>
            </a:r>
            <a:r>
              <a:rPr lang="es-E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s-ES" sz="2200" dirty="0" err="1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Popularitas</a:t>
            </a:r>
            <a:r>
              <a:rPr lang="es-E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s-ES" sz="2200" dirty="0" err="1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Calon</a:t>
            </a:r>
            <a:r>
              <a:rPr lang="es-E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Presiden Pada </a:t>
            </a:r>
            <a:r>
              <a:rPr lang="es-ES" sz="2200" dirty="0" err="1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Pilpres</a:t>
            </a:r>
            <a:r>
              <a:rPr lang="es-E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2024 </a:t>
            </a:r>
            <a:r>
              <a:rPr lang="es-ES" sz="2200" dirty="0" err="1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Mendatang</a:t>
            </a:r>
            <a:r>
              <a:rPr lang="es-E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D72084-DB4E-4982-8AB6-FD4AD88AEB97}"/>
              </a:ext>
            </a:extLst>
          </p:cNvPr>
          <p:cNvSpPr txBox="1"/>
          <p:nvPr/>
        </p:nvSpPr>
        <p:spPr>
          <a:xfrm>
            <a:off x="4019547" y="4869872"/>
            <a:ext cx="42949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844D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41520010110</a:t>
            </a:r>
          </a:p>
        </p:txBody>
      </p:sp>
      <p:sp>
        <p:nvSpPr>
          <p:cNvPr id="2" name="Rectangle: Rounded Corners 1">
            <a:hlinkClick r:id="rId2" action="ppaction://hlinksldjump"/>
            <a:extLst>
              <a:ext uri="{FF2B5EF4-FFF2-40B4-BE49-F238E27FC236}">
                <a16:creationId xmlns:a16="http://schemas.microsoft.com/office/drawing/2014/main" id="{BEE40392-435A-49B3-9153-BD305216F183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85" name="Rectangle: Rounded Corners 84">
            <a:hlinkClick r:id="rId3" action="ppaction://hlinksldjump"/>
            <a:extLst>
              <a:ext uri="{FF2B5EF4-FFF2-40B4-BE49-F238E27FC236}">
                <a16:creationId xmlns:a16="http://schemas.microsoft.com/office/drawing/2014/main" id="{071C841D-B104-4A76-B176-F033C8A560B2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0" name="Rectangle: Rounded Corners 89">
            <a:hlinkClick r:id="rId4" action="ppaction://hlinksldjump"/>
            <a:extLst>
              <a:ext uri="{FF2B5EF4-FFF2-40B4-BE49-F238E27FC236}">
                <a16:creationId xmlns:a16="http://schemas.microsoft.com/office/drawing/2014/main" id="{B1241627-C8F2-4F47-89F3-910EC5263707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1" name="Rectangle: Rounded Corners 90">
            <a:hlinkClick r:id="rId5" action="ppaction://hlinksldjump"/>
            <a:extLst>
              <a:ext uri="{FF2B5EF4-FFF2-40B4-BE49-F238E27FC236}">
                <a16:creationId xmlns:a16="http://schemas.microsoft.com/office/drawing/2014/main" id="{751B0327-C506-4E1B-B87E-B6F58E76CE25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2" name="Rectangle: Rounded Corners 91">
            <a:hlinkClick r:id="rId6" action="ppaction://hlinksldjump"/>
            <a:extLst>
              <a:ext uri="{FF2B5EF4-FFF2-40B4-BE49-F238E27FC236}">
                <a16:creationId xmlns:a16="http://schemas.microsoft.com/office/drawing/2014/main" id="{B609458A-AE57-4148-8A4E-6E960BC1AECE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3" name="Rectangle: Rounded Corners 92">
            <a:hlinkClick r:id="rId7" action="ppaction://hlinksldjump"/>
            <a:extLst>
              <a:ext uri="{FF2B5EF4-FFF2-40B4-BE49-F238E27FC236}">
                <a16:creationId xmlns:a16="http://schemas.microsoft.com/office/drawing/2014/main" id="{C183FCFE-D1F3-4CBE-8950-A48E70F2CC94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766A71-42DF-F9BD-0DB9-E4E1980C54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pic>
        <p:nvPicPr>
          <p:cNvPr id="3" name="image1.jpeg">
            <a:extLst>
              <a:ext uri="{FF2B5EF4-FFF2-40B4-BE49-F238E27FC236}">
                <a16:creationId xmlns:a16="http://schemas.microsoft.com/office/drawing/2014/main" id="{E612B29E-12B6-BDA9-59F8-E31B54AE09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958" y="2980103"/>
            <a:ext cx="1272886" cy="12459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04215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AD6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F5CFCE2-03B3-4733-8A35-D26409789FCB}"/>
              </a:ext>
            </a:extLst>
          </p:cNvPr>
          <p:cNvSpPr txBox="1"/>
          <p:nvPr/>
        </p:nvSpPr>
        <p:spPr>
          <a:xfrm>
            <a:off x="3668866" y="1323234"/>
            <a:ext cx="5155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LATAR BELAKANG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C9F133F-927E-4487-A5F1-E4F6C9B326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33"/>
          <a:stretch/>
        </p:blipFill>
        <p:spPr>
          <a:xfrm>
            <a:off x="8829302" y="3006221"/>
            <a:ext cx="2990787" cy="2223122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46DA0D92-91D7-4AC8-AD28-7EA9F74997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33"/>
          <a:stretch/>
        </p:blipFill>
        <p:spPr>
          <a:xfrm flipH="1">
            <a:off x="852874" y="3114913"/>
            <a:ext cx="2990787" cy="2223122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306406-AF4D-4998-9A9E-BFB1BA8A1416}"/>
              </a:ext>
            </a:extLst>
          </p:cNvPr>
          <p:cNvSpPr/>
          <p:nvPr/>
        </p:nvSpPr>
        <p:spPr>
          <a:xfrm>
            <a:off x="2487101" y="1918851"/>
            <a:ext cx="7657495" cy="3604939"/>
          </a:xfrm>
          <a:prstGeom prst="roundRect">
            <a:avLst>
              <a:gd name="adj" fmla="val 6149"/>
            </a:avLst>
          </a:prstGeom>
          <a:solidFill>
            <a:srgbClr val="F4E4D4"/>
          </a:solidFill>
          <a:ln>
            <a:noFill/>
          </a:ln>
          <a:effectLst>
            <a:outerShdw blurRad="317500" dist="139700" dir="15000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85D2D1-0D89-42F3-93B2-C78397F8D057}"/>
              </a:ext>
            </a:extLst>
          </p:cNvPr>
          <p:cNvSpPr txBox="1"/>
          <p:nvPr/>
        </p:nvSpPr>
        <p:spPr>
          <a:xfrm>
            <a:off x="2505546" y="2000615"/>
            <a:ext cx="69644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 masa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komputasi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dan internet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dikala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teknologi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data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sudah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jadi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bagian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tidak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bisa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dipisahkan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dari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kehidupan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tiap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hari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serta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akibat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positifnya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bisa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dilihat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di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bermacam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bidang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paling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utama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dalam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konteks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kehidupan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tiap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hari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khususnya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dalam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konteks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pemilihan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umum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Perihal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bisa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tingkatkan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transparansi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serta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akuntabilitas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dalam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proses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pemilu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serta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menolong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masyarakat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membuat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keputusan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lebih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pas.</a:t>
            </a:r>
          </a:p>
          <a:p>
            <a:pPr algn="just"/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Salah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satu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metode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data yang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digunakan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dalam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pemilihan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universal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merupakan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prediksi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popularitas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calon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presiden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Tentang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dicoba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dengan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memakai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Algoritma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Naive Bayes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serta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SVM  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bersumber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pada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informasi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survei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bisa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dipercaya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mengenai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popularitas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calon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tersebut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di </a:t>
            </a:r>
            <a:r>
              <a:rPr lang="en-US" sz="1600" dirty="0" err="1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masyarakat</a:t>
            </a:r>
            <a:r>
              <a:rPr lang="en-US" sz="1600" dirty="0">
                <a:solidFill>
                  <a:srgbClr val="744C1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</a:t>
            </a:r>
          </a:p>
        </p:txBody>
      </p:sp>
      <p:sp>
        <p:nvSpPr>
          <p:cNvPr id="79" name="Rectangle: Rounded Corners 78">
            <a:hlinkClick r:id="rId3" action="ppaction://hlinksldjump"/>
            <a:extLst>
              <a:ext uri="{FF2B5EF4-FFF2-40B4-BE49-F238E27FC236}">
                <a16:creationId xmlns:a16="http://schemas.microsoft.com/office/drawing/2014/main" id="{895ADAC3-046A-45BD-82FC-D05EBC802142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80" name="Rectangle: Rounded Corners 79">
            <a:hlinkClick r:id="rId4" action="ppaction://hlinksldjump"/>
            <a:extLst>
              <a:ext uri="{FF2B5EF4-FFF2-40B4-BE49-F238E27FC236}">
                <a16:creationId xmlns:a16="http://schemas.microsoft.com/office/drawing/2014/main" id="{DBE703D5-2FEF-4E89-9ED8-AA053A8A3512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1" name="Rectangle: Rounded Corners 80">
            <a:hlinkClick r:id="rId5" action="ppaction://hlinksldjump"/>
            <a:extLst>
              <a:ext uri="{FF2B5EF4-FFF2-40B4-BE49-F238E27FC236}">
                <a16:creationId xmlns:a16="http://schemas.microsoft.com/office/drawing/2014/main" id="{5C8C5DF9-70ED-43CD-96EA-641D99992D8F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9" name="Rectangle: Rounded Corners 88">
            <a:hlinkClick r:id="rId6" action="ppaction://hlinksldjump"/>
            <a:extLst>
              <a:ext uri="{FF2B5EF4-FFF2-40B4-BE49-F238E27FC236}">
                <a16:creationId xmlns:a16="http://schemas.microsoft.com/office/drawing/2014/main" id="{70CCD4AF-9F7C-4DF0-B82C-91DE5A19A5D7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5" name="Rectangle: Rounded Corners 94">
            <a:hlinkClick r:id="rId7" action="ppaction://hlinksldjump"/>
            <a:extLst>
              <a:ext uri="{FF2B5EF4-FFF2-40B4-BE49-F238E27FC236}">
                <a16:creationId xmlns:a16="http://schemas.microsoft.com/office/drawing/2014/main" id="{F5ECBB2E-8017-4CBD-BC41-3CA299AAE42D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6" name="Rectangle: Rounded Corners 95">
            <a:hlinkClick r:id="rId8" action="ppaction://hlinksldjump"/>
            <a:extLst>
              <a:ext uri="{FF2B5EF4-FFF2-40B4-BE49-F238E27FC236}">
                <a16:creationId xmlns:a16="http://schemas.microsoft.com/office/drawing/2014/main" id="{832D9525-8D75-423E-A295-AC6BFAC07167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DE1A725-1E83-EE8D-DC68-513040C4D3F8}"/>
              </a:ext>
            </a:extLst>
          </p:cNvPr>
          <p:cNvGrpSpPr/>
          <p:nvPr/>
        </p:nvGrpSpPr>
        <p:grpSpPr>
          <a:xfrm>
            <a:off x="-455226" y="4342550"/>
            <a:ext cx="1881733" cy="725331"/>
            <a:chOff x="-525229" y="2739323"/>
            <a:chExt cx="1881733" cy="72533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AC46385-7C77-9323-4560-E7B40E04F4FA}"/>
                </a:ext>
              </a:extLst>
            </p:cNvPr>
            <p:cNvSpPr/>
            <p:nvPr/>
          </p:nvSpPr>
          <p:spPr>
            <a:xfrm>
              <a:off x="-525229" y="2739323"/>
              <a:ext cx="1771219" cy="725331"/>
            </a:xfrm>
            <a:prstGeom prst="roundRect">
              <a:avLst>
                <a:gd name="adj" fmla="val 33334"/>
              </a:avLst>
            </a:prstGeom>
            <a:solidFill>
              <a:srgbClr val="648282"/>
            </a:solidFill>
            <a:ln w="76200">
              <a:solidFill>
                <a:srgbClr val="EBCD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hlinkClick r:id="rId9" action="ppaction://hlinksldjump"/>
              <a:extLst>
                <a:ext uri="{FF2B5EF4-FFF2-40B4-BE49-F238E27FC236}">
                  <a16:creationId xmlns:a16="http://schemas.microsoft.com/office/drawing/2014/main" id="{8D17B6C4-2BB5-9C3F-4907-FBEB8B8027B3}"/>
                </a:ext>
              </a:extLst>
            </p:cNvPr>
            <p:cNvSpPr txBox="1"/>
            <p:nvPr/>
          </p:nvSpPr>
          <p:spPr>
            <a:xfrm>
              <a:off x="-278108" y="2784340"/>
              <a:ext cx="16346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Tujuan</a:t>
              </a:r>
              <a:r>
                <a: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Penelitian</a:t>
              </a:r>
              <a:endPara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pic>
        <p:nvPicPr>
          <p:cNvPr id="72" name="Picture 71">
            <a:extLst>
              <a:ext uri="{FF2B5EF4-FFF2-40B4-BE49-F238E27FC236}">
                <a16:creationId xmlns:a16="http://schemas.microsoft.com/office/drawing/2014/main" id="{32F9140B-4BCD-AA19-4AB5-BA2F989EF4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26BF101-8D04-394E-48A2-B10FD07C374E}"/>
              </a:ext>
            </a:extLst>
          </p:cNvPr>
          <p:cNvSpPr/>
          <p:nvPr/>
        </p:nvSpPr>
        <p:spPr>
          <a:xfrm>
            <a:off x="-529721" y="1823337"/>
            <a:ext cx="1771219" cy="725331"/>
          </a:xfrm>
          <a:prstGeom prst="roundRect">
            <a:avLst>
              <a:gd name="adj" fmla="val 33334"/>
            </a:avLst>
          </a:prstGeom>
          <a:solidFill>
            <a:srgbClr val="465C5B"/>
          </a:solidFill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hlinkClick r:id="rId4" action="ppaction://hlinksldjump"/>
            <a:extLst>
              <a:ext uri="{FF2B5EF4-FFF2-40B4-BE49-F238E27FC236}">
                <a16:creationId xmlns:a16="http://schemas.microsoft.com/office/drawing/2014/main" id="{825FBA9E-0D2B-91DF-5796-FD94C5F45AC0}"/>
              </a:ext>
            </a:extLst>
          </p:cNvPr>
          <p:cNvSpPr txBox="1"/>
          <p:nvPr/>
        </p:nvSpPr>
        <p:spPr>
          <a:xfrm>
            <a:off x="-268745" y="1882208"/>
            <a:ext cx="163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Latar</a:t>
            </a:r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pPr algn="ctr"/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belakang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1B095CF3-DB08-C40C-3789-4A5305A49644}"/>
              </a:ext>
            </a:extLst>
          </p:cNvPr>
          <p:cNvSpPr/>
          <p:nvPr/>
        </p:nvSpPr>
        <p:spPr>
          <a:xfrm>
            <a:off x="-471334" y="3506617"/>
            <a:ext cx="1771219" cy="725331"/>
          </a:xfrm>
          <a:prstGeom prst="roundRect">
            <a:avLst>
              <a:gd name="adj" fmla="val 33334"/>
            </a:avLst>
          </a:prstGeom>
          <a:solidFill>
            <a:srgbClr val="648282"/>
          </a:solidFill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hlinkClick r:id="rId11" action="ppaction://hlinksldjump"/>
            <a:extLst>
              <a:ext uri="{FF2B5EF4-FFF2-40B4-BE49-F238E27FC236}">
                <a16:creationId xmlns:a16="http://schemas.microsoft.com/office/drawing/2014/main" id="{84E091A1-6C64-1B2D-C409-CD97E756B7F8}"/>
              </a:ext>
            </a:extLst>
          </p:cNvPr>
          <p:cNvSpPr txBox="1"/>
          <p:nvPr/>
        </p:nvSpPr>
        <p:spPr>
          <a:xfrm>
            <a:off x="-225626" y="3579358"/>
            <a:ext cx="163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Rumusan</a:t>
            </a:r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Masalah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38EE0EA1-C591-ACD6-9415-C60A796EBA83}"/>
              </a:ext>
            </a:extLst>
          </p:cNvPr>
          <p:cNvSpPr/>
          <p:nvPr/>
        </p:nvSpPr>
        <p:spPr>
          <a:xfrm>
            <a:off x="-497769" y="2677809"/>
            <a:ext cx="1771219" cy="725331"/>
          </a:xfrm>
          <a:prstGeom prst="roundRect">
            <a:avLst>
              <a:gd name="adj" fmla="val 33334"/>
            </a:avLst>
          </a:prstGeom>
          <a:solidFill>
            <a:srgbClr val="648282"/>
          </a:solidFill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hlinkClick r:id="rId12" action="ppaction://hlinksldjump"/>
            <a:extLst>
              <a:ext uri="{FF2B5EF4-FFF2-40B4-BE49-F238E27FC236}">
                <a16:creationId xmlns:a16="http://schemas.microsoft.com/office/drawing/2014/main" id="{0770398F-61CA-12B5-0F5B-341B47A4A5DC}"/>
              </a:ext>
            </a:extLst>
          </p:cNvPr>
          <p:cNvSpPr txBox="1"/>
          <p:nvPr/>
        </p:nvSpPr>
        <p:spPr>
          <a:xfrm>
            <a:off x="-235616" y="2736963"/>
            <a:ext cx="163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Batasan </a:t>
            </a:r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Masalah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2256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AD6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148CDAD9-E867-4E4D-B2E6-F644BE7DA6B9}"/>
              </a:ext>
            </a:extLst>
          </p:cNvPr>
          <p:cNvSpPr txBox="1"/>
          <p:nvPr/>
        </p:nvSpPr>
        <p:spPr>
          <a:xfrm>
            <a:off x="3932061" y="1544786"/>
            <a:ext cx="4116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BATASAN MASALAH</a:t>
            </a:r>
          </a:p>
        </p:txBody>
      </p:sp>
      <p:sp>
        <p:nvSpPr>
          <p:cNvPr id="79" name="Flowchart: Connector 78">
            <a:extLst>
              <a:ext uri="{FF2B5EF4-FFF2-40B4-BE49-F238E27FC236}">
                <a16:creationId xmlns:a16="http://schemas.microsoft.com/office/drawing/2014/main" id="{9938A5BD-16A5-4D90-A8E0-00706871A86D}"/>
              </a:ext>
            </a:extLst>
          </p:cNvPr>
          <p:cNvSpPr/>
          <p:nvPr/>
        </p:nvSpPr>
        <p:spPr>
          <a:xfrm>
            <a:off x="3025926" y="2218152"/>
            <a:ext cx="672816" cy="704069"/>
          </a:xfrm>
          <a:prstGeom prst="flowChartConnector">
            <a:avLst/>
          </a:prstGeom>
          <a:solidFill>
            <a:srgbClr val="3A5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48282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700FCDE-3E4F-4153-B245-59A8812834FF}"/>
              </a:ext>
            </a:extLst>
          </p:cNvPr>
          <p:cNvSpPr txBox="1"/>
          <p:nvPr/>
        </p:nvSpPr>
        <p:spPr>
          <a:xfrm>
            <a:off x="1944446" y="2901328"/>
            <a:ext cx="28252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</a:pP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Studi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ini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membatasi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penggunaan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algoritma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hanya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pada Naive Bayes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serta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Support Vector Machine, dan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tidak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mencakup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algoritma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lainnya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.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2B710B0-D275-4F67-A7A3-739099A253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961" r="3775" b="32796"/>
          <a:stretch/>
        </p:blipFill>
        <p:spPr>
          <a:xfrm flipV="1">
            <a:off x="2664108" y="4872793"/>
            <a:ext cx="1324850" cy="609141"/>
          </a:xfrm>
          <a:prstGeom prst="rect">
            <a:avLst/>
          </a:prstGeom>
        </p:spPr>
      </p:pic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0FB1C1D4-B350-4203-AD3F-618DD4FCDBAE}"/>
              </a:ext>
            </a:extLst>
          </p:cNvPr>
          <p:cNvSpPr/>
          <p:nvPr/>
        </p:nvSpPr>
        <p:spPr>
          <a:xfrm>
            <a:off x="5846157" y="2203898"/>
            <a:ext cx="672816" cy="704069"/>
          </a:xfrm>
          <a:prstGeom prst="flowChartConnector">
            <a:avLst/>
          </a:prstGeom>
          <a:solidFill>
            <a:srgbClr val="3A5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48282"/>
              </a:solidFill>
            </a:endParaRPr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079AF77C-1EC6-4C3F-83DC-2AF124D13847}"/>
              </a:ext>
            </a:extLst>
          </p:cNvPr>
          <p:cNvSpPr/>
          <p:nvPr/>
        </p:nvSpPr>
        <p:spPr>
          <a:xfrm>
            <a:off x="8710474" y="2221099"/>
            <a:ext cx="672816" cy="704069"/>
          </a:xfrm>
          <a:prstGeom prst="flowChartConnector">
            <a:avLst/>
          </a:prstGeom>
          <a:solidFill>
            <a:srgbClr val="3A5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48282"/>
              </a:solidFill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09BC02A-C109-4E1B-823F-CE995E9C05AD}"/>
              </a:ext>
            </a:extLst>
          </p:cNvPr>
          <p:cNvCxnSpPr>
            <a:cxnSpLocks/>
          </p:cNvCxnSpPr>
          <p:nvPr/>
        </p:nvCxnSpPr>
        <p:spPr>
          <a:xfrm flipH="1">
            <a:off x="4734245" y="2369509"/>
            <a:ext cx="14218" cy="2735088"/>
          </a:xfrm>
          <a:prstGeom prst="line">
            <a:avLst/>
          </a:prstGeom>
          <a:ln w="19050">
            <a:solidFill>
              <a:srgbClr val="FAF3E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10D97F9-4421-4AF4-9352-2812B7835581}"/>
              </a:ext>
            </a:extLst>
          </p:cNvPr>
          <p:cNvCxnSpPr>
            <a:cxnSpLocks/>
          </p:cNvCxnSpPr>
          <p:nvPr/>
        </p:nvCxnSpPr>
        <p:spPr>
          <a:xfrm flipH="1">
            <a:off x="7560958" y="2359712"/>
            <a:ext cx="14218" cy="2735088"/>
          </a:xfrm>
          <a:prstGeom prst="line">
            <a:avLst/>
          </a:prstGeom>
          <a:ln w="19050">
            <a:solidFill>
              <a:srgbClr val="FAF3E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Picture 101">
            <a:extLst>
              <a:ext uri="{FF2B5EF4-FFF2-40B4-BE49-F238E27FC236}">
                <a16:creationId xmlns:a16="http://schemas.microsoft.com/office/drawing/2014/main" id="{FDCD5F73-7375-49E0-ACF7-2BE63C8091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961" r="3775" b="32796"/>
          <a:stretch/>
        </p:blipFill>
        <p:spPr>
          <a:xfrm flipV="1">
            <a:off x="5438799" y="4899586"/>
            <a:ext cx="1324850" cy="609141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5C50C797-8B29-4814-989A-C0D4B1CDCA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961" r="3775" b="32796"/>
          <a:stretch/>
        </p:blipFill>
        <p:spPr>
          <a:xfrm flipV="1">
            <a:off x="8281730" y="4926379"/>
            <a:ext cx="1324850" cy="609141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2E955D35-6842-4EF4-BB3F-D8145DC6C891}"/>
              </a:ext>
            </a:extLst>
          </p:cNvPr>
          <p:cNvSpPr txBox="1"/>
          <p:nvPr/>
        </p:nvSpPr>
        <p:spPr>
          <a:xfrm>
            <a:off x="5064208" y="3095612"/>
            <a:ext cx="21450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</a:pPr>
            <a:r>
              <a:rPr lang="sv-SE" dirty="0">
                <a:solidFill>
                  <a:srgbClr val="FAF3EC"/>
                </a:solidFill>
                <a:cs typeface="Aharoni" panose="02010803020104030203" pitchFamily="2" charset="-79"/>
              </a:rPr>
              <a:t>Studi ini tidak membahas program kerja calon presiden, hanya fokus pada popularitas mereka di mata masyarakat.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C134D56-A07E-4E1E-809B-EA9C01680215}"/>
              </a:ext>
            </a:extLst>
          </p:cNvPr>
          <p:cNvSpPr txBox="1"/>
          <p:nvPr/>
        </p:nvSpPr>
        <p:spPr>
          <a:xfrm>
            <a:off x="7890160" y="2922548"/>
            <a:ext cx="22109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</a:pP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Studi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ini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tidak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membahas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faktor-faktor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yang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memengaruhi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perubahan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popularitas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calon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cs typeface="Aharoni" panose="02010803020104030203" pitchFamily="2" charset="-79"/>
              </a:rPr>
              <a:t>presiden</a:t>
            </a:r>
            <a:r>
              <a:rPr lang="en-US" dirty="0">
                <a:solidFill>
                  <a:srgbClr val="FAF3EC"/>
                </a:solidFill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97" name="Rectangle: Rounded Corners 96">
            <a:hlinkClick r:id="rId4" action="ppaction://hlinksldjump"/>
            <a:extLst>
              <a:ext uri="{FF2B5EF4-FFF2-40B4-BE49-F238E27FC236}">
                <a16:creationId xmlns:a16="http://schemas.microsoft.com/office/drawing/2014/main" id="{9789640F-4793-4905-877A-40C9A462B4DE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98" name="Rectangle: Rounded Corners 97">
            <a:hlinkClick r:id="rId5" action="ppaction://hlinksldjump"/>
            <a:extLst>
              <a:ext uri="{FF2B5EF4-FFF2-40B4-BE49-F238E27FC236}">
                <a16:creationId xmlns:a16="http://schemas.microsoft.com/office/drawing/2014/main" id="{0AA45428-1D59-427D-BFC6-D5CDC71279A6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9" name="Rectangle: Rounded Corners 98">
            <a:hlinkClick r:id="rId6" action="ppaction://hlinksldjump"/>
            <a:extLst>
              <a:ext uri="{FF2B5EF4-FFF2-40B4-BE49-F238E27FC236}">
                <a16:creationId xmlns:a16="http://schemas.microsoft.com/office/drawing/2014/main" id="{55C0038D-6E11-4F81-82CA-174C1058E4D8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00" name="Rectangle: Rounded Corners 99">
            <a:hlinkClick r:id="rId7" action="ppaction://hlinksldjump"/>
            <a:extLst>
              <a:ext uri="{FF2B5EF4-FFF2-40B4-BE49-F238E27FC236}">
                <a16:creationId xmlns:a16="http://schemas.microsoft.com/office/drawing/2014/main" id="{02E9D3B6-EDBA-426D-AB10-2C43BA3D05EB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01" name="Rectangle: Rounded Corners 100">
            <a:hlinkClick r:id="rId8" action="ppaction://hlinksldjump"/>
            <a:extLst>
              <a:ext uri="{FF2B5EF4-FFF2-40B4-BE49-F238E27FC236}">
                <a16:creationId xmlns:a16="http://schemas.microsoft.com/office/drawing/2014/main" id="{90F89811-2076-43EE-A6F5-1FA294222339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06" name="Rectangle: Rounded Corners 105">
            <a:hlinkClick r:id="rId9" action="ppaction://hlinksldjump"/>
            <a:extLst>
              <a:ext uri="{FF2B5EF4-FFF2-40B4-BE49-F238E27FC236}">
                <a16:creationId xmlns:a16="http://schemas.microsoft.com/office/drawing/2014/main" id="{A3F9A123-5A98-43BC-9D45-E37A02B72313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0266682-9DAF-45F1-98A7-F462DB533175}"/>
              </a:ext>
            </a:extLst>
          </p:cNvPr>
          <p:cNvGrpSpPr/>
          <p:nvPr/>
        </p:nvGrpSpPr>
        <p:grpSpPr>
          <a:xfrm>
            <a:off x="-542571" y="1848444"/>
            <a:ext cx="1895588" cy="725331"/>
            <a:chOff x="-525229" y="2135538"/>
            <a:chExt cx="1895588" cy="725331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88E05B09-D700-4A41-A123-50D3AB3CCD6B}"/>
                </a:ext>
              </a:extLst>
            </p:cNvPr>
            <p:cNvSpPr/>
            <p:nvPr/>
          </p:nvSpPr>
          <p:spPr>
            <a:xfrm>
              <a:off x="-525229" y="2135538"/>
              <a:ext cx="1771219" cy="725331"/>
            </a:xfrm>
            <a:prstGeom prst="roundRect">
              <a:avLst>
                <a:gd name="adj" fmla="val 33334"/>
              </a:avLst>
            </a:prstGeom>
            <a:solidFill>
              <a:srgbClr val="648282"/>
            </a:solidFill>
            <a:ln w="76200">
              <a:solidFill>
                <a:srgbClr val="EBCD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>
              <a:hlinkClick r:id="rId5" action="ppaction://hlinksldjump"/>
              <a:extLst>
                <a:ext uri="{FF2B5EF4-FFF2-40B4-BE49-F238E27FC236}">
                  <a16:creationId xmlns:a16="http://schemas.microsoft.com/office/drawing/2014/main" id="{158FD366-5B36-41EF-917E-EFD9867E750A}"/>
                </a:ext>
              </a:extLst>
            </p:cNvPr>
            <p:cNvSpPr txBox="1"/>
            <p:nvPr/>
          </p:nvSpPr>
          <p:spPr>
            <a:xfrm>
              <a:off x="-264253" y="2194409"/>
              <a:ext cx="16346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Latar</a:t>
              </a:r>
              <a:r>
                <a: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</a:p>
            <a:p>
              <a:pPr algn="ctr"/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belakang</a:t>
              </a:r>
              <a:endPara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BB371D5-6840-473C-A323-D36819C2C558}"/>
              </a:ext>
            </a:extLst>
          </p:cNvPr>
          <p:cNvGrpSpPr/>
          <p:nvPr/>
        </p:nvGrpSpPr>
        <p:grpSpPr>
          <a:xfrm>
            <a:off x="-523447" y="2670851"/>
            <a:ext cx="1906755" cy="1554139"/>
            <a:chOff x="-497331" y="3586896"/>
            <a:chExt cx="1906755" cy="1554139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054ED659-513F-445C-8A92-885CFFE7A097}"/>
                </a:ext>
              </a:extLst>
            </p:cNvPr>
            <p:cNvGrpSpPr/>
            <p:nvPr/>
          </p:nvGrpSpPr>
          <p:grpSpPr>
            <a:xfrm>
              <a:off x="-497331" y="3586896"/>
              <a:ext cx="1896765" cy="725331"/>
              <a:chOff x="-497331" y="3586896"/>
              <a:chExt cx="1896765" cy="725331"/>
            </a:xfrm>
          </p:grpSpPr>
          <p:sp>
            <p:nvSpPr>
              <p:cNvPr id="132" name="Rectangle: Rounded Corners 131">
                <a:extLst>
                  <a:ext uri="{FF2B5EF4-FFF2-40B4-BE49-F238E27FC236}">
                    <a16:creationId xmlns:a16="http://schemas.microsoft.com/office/drawing/2014/main" id="{944B5D95-D3C8-4102-9441-7FA1B7FF8313}"/>
                  </a:ext>
                </a:extLst>
              </p:cNvPr>
              <p:cNvSpPr/>
              <p:nvPr/>
            </p:nvSpPr>
            <p:spPr>
              <a:xfrm>
                <a:off x="-497331" y="3586896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65C5B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TextBox 132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47E8113-6A7C-4D3E-88CF-814A898EAF0B}"/>
                  </a:ext>
                </a:extLst>
              </p:cNvPr>
              <p:cNvSpPr txBox="1"/>
              <p:nvPr/>
            </p:nvSpPr>
            <p:spPr>
              <a:xfrm>
                <a:off x="-235178" y="3646050"/>
                <a:ext cx="16346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Batasan </a:t>
                </a:r>
                <a:r>
                  <a:rPr lang="en-US" sz="1600" dirty="0" err="1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Masalah</a:t>
                </a:r>
                <a:endPara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</p:txBody>
          </p:sp>
        </p:grp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445B1292-D0FD-4C6D-AF2B-D88FF6DF54AD}"/>
                </a:ext>
              </a:extLst>
            </p:cNvPr>
            <p:cNvSpPr/>
            <p:nvPr/>
          </p:nvSpPr>
          <p:spPr>
            <a:xfrm>
              <a:off x="-470896" y="4415704"/>
              <a:ext cx="1771219" cy="725331"/>
            </a:xfrm>
            <a:prstGeom prst="roundRect">
              <a:avLst>
                <a:gd name="adj" fmla="val 33334"/>
              </a:avLst>
            </a:prstGeom>
            <a:solidFill>
              <a:srgbClr val="648282"/>
            </a:solidFill>
            <a:ln w="76200">
              <a:solidFill>
                <a:srgbClr val="EBCD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TextBox 130">
              <a:hlinkClick r:id="rId11" action="ppaction://hlinksldjump"/>
              <a:extLst>
                <a:ext uri="{FF2B5EF4-FFF2-40B4-BE49-F238E27FC236}">
                  <a16:creationId xmlns:a16="http://schemas.microsoft.com/office/drawing/2014/main" id="{C891EE90-1A77-42A5-B382-A243400E48DB}"/>
                </a:ext>
              </a:extLst>
            </p:cNvPr>
            <p:cNvSpPr txBox="1"/>
            <p:nvPr/>
          </p:nvSpPr>
          <p:spPr>
            <a:xfrm>
              <a:off x="-225188" y="4488445"/>
              <a:ext cx="16346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Rumusan</a:t>
              </a:r>
              <a:r>
                <a: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Masalah</a:t>
              </a:r>
              <a:endPara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14A67D8-379F-43AF-B538-A83DE9F9C008}"/>
              </a:ext>
            </a:extLst>
          </p:cNvPr>
          <p:cNvGrpSpPr/>
          <p:nvPr/>
        </p:nvGrpSpPr>
        <p:grpSpPr>
          <a:xfrm>
            <a:off x="-455226" y="4342550"/>
            <a:ext cx="1881733" cy="725331"/>
            <a:chOff x="-525229" y="2739323"/>
            <a:chExt cx="1881733" cy="725331"/>
          </a:xfrm>
        </p:grpSpPr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286B446A-9108-4A03-8AB0-B099606DE665}"/>
                </a:ext>
              </a:extLst>
            </p:cNvPr>
            <p:cNvSpPr/>
            <p:nvPr/>
          </p:nvSpPr>
          <p:spPr>
            <a:xfrm>
              <a:off x="-525229" y="2739323"/>
              <a:ext cx="1771219" cy="725331"/>
            </a:xfrm>
            <a:prstGeom prst="roundRect">
              <a:avLst>
                <a:gd name="adj" fmla="val 33334"/>
              </a:avLst>
            </a:prstGeom>
            <a:solidFill>
              <a:srgbClr val="648282"/>
            </a:solidFill>
            <a:ln w="76200">
              <a:solidFill>
                <a:srgbClr val="EBCD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TextBox 135">
              <a:hlinkClick r:id="rId12" action="ppaction://hlinksldjump"/>
              <a:extLst>
                <a:ext uri="{FF2B5EF4-FFF2-40B4-BE49-F238E27FC236}">
                  <a16:creationId xmlns:a16="http://schemas.microsoft.com/office/drawing/2014/main" id="{9AAAF85F-8ACE-4BB6-A868-37F704D3DE63}"/>
                </a:ext>
              </a:extLst>
            </p:cNvPr>
            <p:cNvSpPr txBox="1"/>
            <p:nvPr/>
          </p:nvSpPr>
          <p:spPr>
            <a:xfrm>
              <a:off x="-278108" y="2784340"/>
              <a:ext cx="16346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Tujuan</a:t>
              </a:r>
              <a:r>
                <a: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Penelitian</a:t>
              </a:r>
              <a:endPara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7DF505A-2034-B665-E383-3369DB4A3D2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01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 animBg="1"/>
      <p:bldP spid="80" grpId="0"/>
      <p:bldP spid="89" grpId="0" animBg="1"/>
      <p:bldP spid="94" grpId="0" animBg="1"/>
      <p:bldP spid="104" grpId="0"/>
      <p:bldP spid="10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AD6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2B0981BB-2994-4382-9B09-D7F34C6BCE96}"/>
              </a:ext>
            </a:extLst>
          </p:cNvPr>
          <p:cNvSpPr txBox="1"/>
          <p:nvPr/>
        </p:nvSpPr>
        <p:spPr>
          <a:xfrm>
            <a:off x="3870616" y="1476343"/>
            <a:ext cx="4116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RUMUSAN MASALAH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0EE9A8B-850A-44CD-A160-632E08799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3933" flipH="1">
            <a:off x="9513661" y="1486682"/>
            <a:ext cx="1372220" cy="1372220"/>
          </a:xfrm>
          <a:prstGeom prst="rect">
            <a:avLst/>
          </a:prstGeom>
        </p:spPr>
      </p:pic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3BD3C1AF-748A-415A-A9E0-3E469B269D7B}"/>
              </a:ext>
            </a:extLst>
          </p:cNvPr>
          <p:cNvSpPr/>
          <p:nvPr/>
        </p:nvSpPr>
        <p:spPr>
          <a:xfrm>
            <a:off x="4155389" y="2295128"/>
            <a:ext cx="6455664" cy="763726"/>
          </a:xfrm>
          <a:prstGeom prst="roundRect">
            <a:avLst>
              <a:gd name="adj" fmla="val 50000"/>
            </a:avLst>
          </a:prstGeom>
          <a:solidFill>
            <a:srgbClr val="F9F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Bagaimana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cara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mengumpulkan</a:t>
            </a:r>
            <a:r>
              <a:rPr lang="en-US" dirty="0">
                <a:solidFill>
                  <a:schemeClr val="tx1"/>
                </a:solidFill>
              </a:rPr>
              <a:t> data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Twitter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melakukan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analisis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sentimen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publik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terhadap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calon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Presiden</a:t>
            </a:r>
            <a:r>
              <a:rPr lang="en-US" dirty="0">
                <a:solidFill>
                  <a:schemeClr val="tx1"/>
                </a:solidFill>
              </a:rPr>
              <a:t> pada </a:t>
            </a:r>
            <a:r>
              <a:rPr lang="en-US" dirty="0" err="1">
                <a:solidFill>
                  <a:schemeClr val="tx1"/>
                </a:solidFill>
              </a:rPr>
              <a:t>Pilpres</a:t>
            </a:r>
            <a:r>
              <a:rPr lang="en-US" dirty="0">
                <a:solidFill>
                  <a:schemeClr val="tx1"/>
                </a:solidFill>
              </a:rPr>
              <a:t> 2024.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5864026-1388-4D7F-98AF-ED0C18445E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570" r="-1086" b="-1931"/>
          <a:stretch/>
        </p:blipFill>
        <p:spPr>
          <a:xfrm flipH="1">
            <a:off x="1865454" y="1793936"/>
            <a:ext cx="2248569" cy="3567578"/>
          </a:xfrm>
          <a:prstGeom prst="rect">
            <a:avLst/>
          </a:prstGeom>
        </p:spPr>
      </p:pic>
      <p:sp>
        <p:nvSpPr>
          <p:cNvPr id="110" name="Rectangle: Rounded Corners 109">
            <a:hlinkClick r:id="rId4" action="ppaction://hlinksldjump"/>
            <a:extLst>
              <a:ext uri="{FF2B5EF4-FFF2-40B4-BE49-F238E27FC236}">
                <a16:creationId xmlns:a16="http://schemas.microsoft.com/office/drawing/2014/main" id="{72F6BB33-510B-4BC5-A5F9-5DA5CDB07567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111" name="Rectangle: Rounded Corners 110">
            <a:hlinkClick r:id="rId5" action="ppaction://hlinksldjump"/>
            <a:extLst>
              <a:ext uri="{FF2B5EF4-FFF2-40B4-BE49-F238E27FC236}">
                <a16:creationId xmlns:a16="http://schemas.microsoft.com/office/drawing/2014/main" id="{7070827C-AA70-4A91-A852-AED41E661A56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2" name="Rectangle: Rounded Corners 111">
            <a:hlinkClick r:id="rId6" action="ppaction://hlinksldjump"/>
            <a:extLst>
              <a:ext uri="{FF2B5EF4-FFF2-40B4-BE49-F238E27FC236}">
                <a16:creationId xmlns:a16="http://schemas.microsoft.com/office/drawing/2014/main" id="{54AB8CE4-EA59-4F62-B533-D538709E8E92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3" name="Rectangle: Rounded Corners 112">
            <a:hlinkClick r:id="rId7" action="ppaction://hlinksldjump"/>
            <a:extLst>
              <a:ext uri="{FF2B5EF4-FFF2-40B4-BE49-F238E27FC236}">
                <a16:creationId xmlns:a16="http://schemas.microsoft.com/office/drawing/2014/main" id="{73FE87DC-69F7-479C-811A-AC892529FB5F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4" name="Rectangle: Rounded Corners 113">
            <a:hlinkClick r:id="rId8" action="ppaction://hlinksldjump"/>
            <a:extLst>
              <a:ext uri="{FF2B5EF4-FFF2-40B4-BE49-F238E27FC236}">
                <a16:creationId xmlns:a16="http://schemas.microsoft.com/office/drawing/2014/main" id="{6EE35B00-7D9E-407D-915F-28B28D936F7E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5" name="Rectangle: Rounded Corners 114">
            <a:hlinkClick r:id="rId9" action="ppaction://hlinksldjump"/>
            <a:extLst>
              <a:ext uri="{FF2B5EF4-FFF2-40B4-BE49-F238E27FC236}">
                <a16:creationId xmlns:a16="http://schemas.microsoft.com/office/drawing/2014/main" id="{214B3C45-5A29-442B-B395-F8D14A28254F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2B1028-B3EA-8276-8CFC-DB18442B39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7EB70260-75C7-C5EA-8DBD-93CB4057E287}"/>
              </a:ext>
            </a:extLst>
          </p:cNvPr>
          <p:cNvGrpSpPr/>
          <p:nvPr/>
        </p:nvGrpSpPr>
        <p:grpSpPr>
          <a:xfrm>
            <a:off x="-542571" y="1848444"/>
            <a:ext cx="1895588" cy="725331"/>
            <a:chOff x="-525229" y="2135538"/>
            <a:chExt cx="1895588" cy="725331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DA699320-F297-3C85-AA00-D711ECBB6485}"/>
                </a:ext>
              </a:extLst>
            </p:cNvPr>
            <p:cNvSpPr/>
            <p:nvPr/>
          </p:nvSpPr>
          <p:spPr>
            <a:xfrm>
              <a:off x="-525229" y="2135538"/>
              <a:ext cx="1771219" cy="725331"/>
            </a:xfrm>
            <a:prstGeom prst="roundRect">
              <a:avLst>
                <a:gd name="adj" fmla="val 33334"/>
              </a:avLst>
            </a:prstGeom>
            <a:solidFill>
              <a:srgbClr val="648282"/>
            </a:solidFill>
            <a:ln w="76200">
              <a:solidFill>
                <a:srgbClr val="EBCD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hlinkClick r:id="rId5" action="ppaction://hlinksldjump"/>
              <a:extLst>
                <a:ext uri="{FF2B5EF4-FFF2-40B4-BE49-F238E27FC236}">
                  <a16:creationId xmlns:a16="http://schemas.microsoft.com/office/drawing/2014/main" id="{8EC4F624-0477-5B01-7A87-176CF9D6A834}"/>
                </a:ext>
              </a:extLst>
            </p:cNvPr>
            <p:cNvSpPr txBox="1"/>
            <p:nvPr/>
          </p:nvSpPr>
          <p:spPr>
            <a:xfrm>
              <a:off x="-264253" y="2194409"/>
              <a:ext cx="16346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Latar</a:t>
              </a:r>
              <a:r>
                <a: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</a:p>
            <a:p>
              <a:pPr algn="ctr"/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belakang</a:t>
              </a:r>
              <a:endPara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BFFF827-5487-84DB-65BE-BD2BCA6C8AEF}"/>
              </a:ext>
            </a:extLst>
          </p:cNvPr>
          <p:cNvGrpSpPr/>
          <p:nvPr/>
        </p:nvGrpSpPr>
        <p:grpSpPr>
          <a:xfrm>
            <a:off x="-455226" y="4342550"/>
            <a:ext cx="1881733" cy="725331"/>
            <a:chOff x="-525229" y="2739323"/>
            <a:chExt cx="1881733" cy="725331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BEEDE8CC-3588-2A2B-BFAB-02B0C0EA2652}"/>
                </a:ext>
              </a:extLst>
            </p:cNvPr>
            <p:cNvSpPr/>
            <p:nvPr/>
          </p:nvSpPr>
          <p:spPr>
            <a:xfrm>
              <a:off x="-525229" y="2739323"/>
              <a:ext cx="1771219" cy="725331"/>
            </a:xfrm>
            <a:prstGeom prst="roundRect">
              <a:avLst>
                <a:gd name="adj" fmla="val 33334"/>
              </a:avLst>
            </a:prstGeom>
            <a:solidFill>
              <a:srgbClr val="648282"/>
            </a:solidFill>
            <a:ln w="76200">
              <a:solidFill>
                <a:srgbClr val="EBCD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TextBox 90">
              <a:hlinkClick r:id="rId11" action="ppaction://hlinksldjump"/>
              <a:extLst>
                <a:ext uri="{FF2B5EF4-FFF2-40B4-BE49-F238E27FC236}">
                  <a16:creationId xmlns:a16="http://schemas.microsoft.com/office/drawing/2014/main" id="{9C97067A-8827-06A6-F6A0-3DFD8E4E0703}"/>
                </a:ext>
              </a:extLst>
            </p:cNvPr>
            <p:cNvSpPr txBox="1"/>
            <p:nvPr/>
          </p:nvSpPr>
          <p:spPr>
            <a:xfrm>
              <a:off x="-278108" y="2784340"/>
              <a:ext cx="16346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Tujuan</a:t>
              </a:r>
              <a:r>
                <a: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Penelitian</a:t>
              </a:r>
              <a:endPara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AD1B1EF-C9DF-D8E1-F313-C400CDD1CEFD}"/>
              </a:ext>
            </a:extLst>
          </p:cNvPr>
          <p:cNvSpPr/>
          <p:nvPr/>
        </p:nvSpPr>
        <p:spPr>
          <a:xfrm>
            <a:off x="4168484" y="3209508"/>
            <a:ext cx="6455664" cy="763726"/>
          </a:xfrm>
          <a:prstGeom prst="roundRect">
            <a:avLst>
              <a:gd name="adj" fmla="val 50000"/>
            </a:avLst>
          </a:prstGeom>
          <a:solidFill>
            <a:srgbClr val="F9F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Bagaimana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mengklasifikasikan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sentimen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publik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terhadap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calon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Presiden</a:t>
            </a:r>
            <a:r>
              <a:rPr lang="en-US" dirty="0">
                <a:solidFill>
                  <a:schemeClr val="tx1"/>
                </a:solidFill>
              </a:rPr>
              <a:t> pada </a:t>
            </a:r>
            <a:r>
              <a:rPr lang="en-US" dirty="0" err="1">
                <a:solidFill>
                  <a:schemeClr val="tx1"/>
                </a:solidFill>
              </a:rPr>
              <a:t>Pilpres</a:t>
            </a:r>
            <a:r>
              <a:rPr lang="en-US" dirty="0">
                <a:solidFill>
                  <a:schemeClr val="tx1"/>
                </a:solidFill>
              </a:rPr>
              <a:t> 2024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menggunakan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algoritma</a:t>
            </a:r>
            <a:r>
              <a:rPr lang="en-US" dirty="0">
                <a:solidFill>
                  <a:schemeClr val="tx1"/>
                </a:solidFill>
              </a:rPr>
              <a:t> Naïve Bayes dan Support Vector Machine.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FD5D03C1-4C70-98B1-9056-B37AE16EBE91}"/>
              </a:ext>
            </a:extLst>
          </p:cNvPr>
          <p:cNvSpPr/>
          <p:nvPr/>
        </p:nvSpPr>
        <p:spPr>
          <a:xfrm>
            <a:off x="4164237" y="4167628"/>
            <a:ext cx="6455664" cy="763726"/>
          </a:xfrm>
          <a:prstGeom prst="roundRect">
            <a:avLst>
              <a:gd name="adj" fmla="val 50000"/>
            </a:avLst>
          </a:prstGeom>
          <a:solidFill>
            <a:srgbClr val="F9F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Bagaimana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mengetahui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akurasi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algortima</a:t>
            </a:r>
            <a:r>
              <a:rPr lang="en-US" dirty="0">
                <a:solidFill>
                  <a:schemeClr val="tx1"/>
                </a:solidFill>
              </a:rPr>
              <a:t> Naïve Bayes dan Support Vector Machine.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68A6B0F2-1CD8-E8E6-2F19-7429888C8E94}"/>
              </a:ext>
            </a:extLst>
          </p:cNvPr>
          <p:cNvSpPr/>
          <p:nvPr/>
        </p:nvSpPr>
        <p:spPr>
          <a:xfrm>
            <a:off x="-497769" y="2677809"/>
            <a:ext cx="1771219" cy="725331"/>
          </a:xfrm>
          <a:prstGeom prst="roundRect">
            <a:avLst>
              <a:gd name="adj" fmla="val 33334"/>
            </a:avLst>
          </a:prstGeom>
          <a:solidFill>
            <a:srgbClr val="648282"/>
          </a:solidFill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hlinkClick r:id="rId12" action="ppaction://hlinksldjump"/>
            <a:extLst>
              <a:ext uri="{FF2B5EF4-FFF2-40B4-BE49-F238E27FC236}">
                <a16:creationId xmlns:a16="http://schemas.microsoft.com/office/drawing/2014/main" id="{214F619D-B17F-737C-20E6-85F340BE6CD8}"/>
              </a:ext>
            </a:extLst>
          </p:cNvPr>
          <p:cNvSpPr txBox="1"/>
          <p:nvPr/>
        </p:nvSpPr>
        <p:spPr>
          <a:xfrm>
            <a:off x="-235616" y="2736963"/>
            <a:ext cx="163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Batasan </a:t>
            </a:r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Masalah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D043BF8-F3DF-0232-DAB6-3D382F262B01}"/>
              </a:ext>
            </a:extLst>
          </p:cNvPr>
          <p:cNvSpPr/>
          <p:nvPr/>
        </p:nvSpPr>
        <p:spPr>
          <a:xfrm>
            <a:off x="-489675" y="3509832"/>
            <a:ext cx="1771219" cy="725331"/>
          </a:xfrm>
          <a:prstGeom prst="roundRect">
            <a:avLst>
              <a:gd name="adj" fmla="val 33334"/>
            </a:avLst>
          </a:prstGeom>
          <a:solidFill>
            <a:srgbClr val="465C5B"/>
          </a:solidFill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hlinkClick r:id="rId13" action="ppaction://hlinksldjump"/>
            <a:extLst>
              <a:ext uri="{FF2B5EF4-FFF2-40B4-BE49-F238E27FC236}">
                <a16:creationId xmlns:a16="http://schemas.microsoft.com/office/drawing/2014/main" id="{F028EE9E-76BD-52C7-697E-C162AFEC85B0}"/>
              </a:ext>
            </a:extLst>
          </p:cNvPr>
          <p:cNvSpPr txBox="1"/>
          <p:nvPr/>
        </p:nvSpPr>
        <p:spPr>
          <a:xfrm>
            <a:off x="-243967" y="3582573"/>
            <a:ext cx="163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Rumusan</a:t>
            </a:r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Masalah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6694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106" grpId="0" animBg="1"/>
      <p:bldP spid="92" grpId="0" animBg="1"/>
      <p:bldP spid="9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AD6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81EF503-32E7-4901-A3B4-0C26EB4BD3A2}"/>
              </a:ext>
            </a:extLst>
          </p:cNvPr>
          <p:cNvGrpSpPr/>
          <p:nvPr/>
        </p:nvGrpSpPr>
        <p:grpSpPr>
          <a:xfrm>
            <a:off x="5139566" y="2760729"/>
            <a:ext cx="2227071" cy="1717543"/>
            <a:chOff x="4665616" y="2576280"/>
            <a:chExt cx="2739690" cy="2101096"/>
          </a:xfrm>
        </p:grpSpPr>
        <p:sp>
          <p:nvSpPr>
            <p:cNvPr id="108" name="Google Shape;499;p40">
              <a:extLst>
                <a:ext uri="{FF2B5EF4-FFF2-40B4-BE49-F238E27FC236}">
                  <a16:creationId xmlns:a16="http://schemas.microsoft.com/office/drawing/2014/main" id="{506A3B2B-FC5D-430C-8CC0-2B7933BE45AB}"/>
                </a:ext>
              </a:extLst>
            </p:cNvPr>
            <p:cNvSpPr/>
            <p:nvPr/>
          </p:nvSpPr>
          <p:spPr>
            <a:xfrm rot="4499974">
              <a:off x="4813874" y="2517895"/>
              <a:ext cx="2101096" cy="2217866"/>
            </a:xfrm>
            <a:custGeom>
              <a:avLst/>
              <a:gdLst/>
              <a:ahLst/>
              <a:cxnLst/>
              <a:rect l="l" t="t" r="r" b="b"/>
              <a:pathLst>
                <a:path w="16390" h="22488" extrusionOk="0">
                  <a:moveTo>
                    <a:pt x="10747" y="0"/>
                  </a:moveTo>
                  <a:cubicBezTo>
                    <a:pt x="10286" y="0"/>
                    <a:pt x="9779" y="40"/>
                    <a:pt x="9221" y="126"/>
                  </a:cubicBezTo>
                  <a:cubicBezTo>
                    <a:pt x="5698" y="611"/>
                    <a:pt x="5166" y="1730"/>
                    <a:pt x="5166" y="1730"/>
                  </a:cubicBezTo>
                  <a:cubicBezTo>
                    <a:pt x="5166" y="1730"/>
                    <a:pt x="3851" y="3271"/>
                    <a:pt x="3171" y="4784"/>
                  </a:cubicBezTo>
                  <a:cubicBezTo>
                    <a:pt x="2490" y="6298"/>
                    <a:pt x="0" y="13831"/>
                    <a:pt x="55" y="15118"/>
                  </a:cubicBezTo>
                  <a:cubicBezTo>
                    <a:pt x="109" y="16406"/>
                    <a:pt x="984" y="22335"/>
                    <a:pt x="5941" y="22481"/>
                  </a:cubicBezTo>
                  <a:cubicBezTo>
                    <a:pt x="6096" y="22485"/>
                    <a:pt x="6251" y="22488"/>
                    <a:pt x="6405" y="22488"/>
                  </a:cubicBezTo>
                  <a:cubicBezTo>
                    <a:pt x="11160" y="22488"/>
                    <a:pt x="15146" y="20311"/>
                    <a:pt x="15758" y="16309"/>
                  </a:cubicBezTo>
                  <a:cubicBezTo>
                    <a:pt x="16390" y="12179"/>
                    <a:pt x="14980" y="9651"/>
                    <a:pt x="15175" y="6857"/>
                  </a:cubicBezTo>
                  <a:cubicBezTo>
                    <a:pt x="15352" y="4308"/>
                    <a:pt x="15529" y="0"/>
                    <a:pt x="10747" y="0"/>
                  </a:cubicBezTo>
                  <a:close/>
                </a:path>
              </a:pathLst>
            </a:custGeom>
            <a:solidFill>
              <a:srgbClr val="FFC864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" name="Google Shape;502;p40">
              <a:extLst>
                <a:ext uri="{FF2B5EF4-FFF2-40B4-BE49-F238E27FC236}">
                  <a16:creationId xmlns:a16="http://schemas.microsoft.com/office/drawing/2014/main" id="{314A3E12-C623-4239-AF55-78202730CA6B}"/>
                </a:ext>
              </a:extLst>
            </p:cNvPr>
            <p:cNvGrpSpPr/>
            <p:nvPr/>
          </p:nvGrpSpPr>
          <p:grpSpPr>
            <a:xfrm>
              <a:off x="4665616" y="2635265"/>
              <a:ext cx="2358092" cy="1946937"/>
              <a:chOff x="3610063" y="539275"/>
              <a:chExt cx="1899979" cy="1614481"/>
            </a:xfrm>
          </p:grpSpPr>
          <p:sp>
            <p:nvSpPr>
              <p:cNvPr id="97" name="Google Shape;503;p40">
                <a:extLst>
                  <a:ext uri="{FF2B5EF4-FFF2-40B4-BE49-F238E27FC236}">
                    <a16:creationId xmlns:a16="http://schemas.microsoft.com/office/drawing/2014/main" id="{5381FFFD-94E6-433A-840B-862C0C350387}"/>
                  </a:ext>
                </a:extLst>
              </p:cNvPr>
              <p:cNvSpPr/>
              <p:nvPr/>
            </p:nvSpPr>
            <p:spPr>
              <a:xfrm>
                <a:off x="3610063" y="539275"/>
                <a:ext cx="1899979" cy="1614481"/>
              </a:xfrm>
              <a:custGeom>
                <a:avLst/>
                <a:gdLst/>
                <a:ahLst/>
                <a:cxnLst/>
                <a:rect l="l" t="t" r="r" b="b"/>
                <a:pathLst>
                  <a:path w="42665" h="36254" extrusionOk="0">
                    <a:moveTo>
                      <a:pt x="10129" y="1"/>
                    </a:moveTo>
                    <a:cubicBezTo>
                      <a:pt x="9643" y="1"/>
                      <a:pt x="9211" y="195"/>
                      <a:pt x="8983" y="676"/>
                    </a:cubicBezTo>
                    <a:lnTo>
                      <a:pt x="294" y="19252"/>
                    </a:lnTo>
                    <a:cubicBezTo>
                      <a:pt x="0" y="19868"/>
                      <a:pt x="223" y="20606"/>
                      <a:pt x="808" y="20957"/>
                    </a:cubicBezTo>
                    <a:lnTo>
                      <a:pt x="15331" y="29442"/>
                    </a:lnTo>
                    <a:lnTo>
                      <a:pt x="15350" y="29444"/>
                    </a:lnTo>
                    <a:lnTo>
                      <a:pt x="30715" y="36149"/>
                    </a:lnTo>
                    <a:cubicBezTo>
                      <a:pt x="30883" y="36220"/>
                      <a:pt x="31059" y="36254"/>
                      <a:pt x="31231" y="36254"/>
                    </a:cubicBezTo>
                    <a:cubicBezTo>
                      <a:pt x="31704" y="36254"/>
                      <a:pt x="32159" y="36000"/>
                      <a:pt x="32398" y="35560"/>
                    </a:cubicBezTo>
                    <a:lnTo>
                      <a:pt x="42272" y="17116"/>
                    </a:lnTo>
                    <a:cubicBezTo>
                      <a:pt x="42664" y="16397"/>
                      <a:pt x="42646" y="15575"/>
                      <a:pt x="41871" y="15307"/>
                    </a:cubicBezTo>
                    <a:cubicBezTo>
                      <a:pt x="41871" y="15307"/>
                      <a:pt x="38518" y="12266"/>
                      <a:pt x="32613" y="10556"/>
                    </a:cubicBezTo>
                    <a:cubicBezTo>
                      <a:pt x="30975" y="10081"/>
                      <a:pt x="25824" y="9616"/>
                      <a:pt x="25385" y="9578"/>
                    </a:cubicBezTo>
                    <a:cubicBezTo>
                      <a:pt x="24914" y="9039"/>
                      <a:pt x="21682" y="5366"/>
                      <a:pt x="20378" y="4355"/>
                    </a:cubicBezTo>
                    <a:cubicBezTo>
                      <a:pt x="15519" y="590"/>
                      <a:pt x="13364" y="1046"/>
                      <a:pt x="10939" y="157"/>
                    </a:cubicBezTo>
                    <a:cubicBezTo>
                      <a:pt x="10669" y="58"/>
                      <a:pt x="10391" y="1"/>
                      <a:pt x="101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504;p40">
                <a:extLst>
                  <a:ext uri="{FF2B5EF4-FFF2-40B4-BE49-F238E27FC236}">
                    <a16:creationId xmlns:a16="http://schemas.microsoft.com/office/drawing/2014/main" id="{2402560C-FDAC-4F5D-9348-F1A98B52EDB0}"/>
                  </a:ext>
                </a:extLst>
              </p:cNvPr>
              <p:cNvSpPr/>
              <p:nvPr/>
            </p:nvSpPr>
            <p:spPr>
              <a:xfrm>
                <a:off x="4253751" y="937270"/>
                <a:ext cx="530115" cy="932466"/>
              </a:xfrm>
              <a:custGeom>
                <a:avLst/>
                <a:gdLst/>
                <a:ahLst/>
                <a:cxnLst/>
                <a:rect l="l" t="t" r="r" b="b"/>
                <a:pathLst>
                  <a:path w="11904" h="20939" extrusionOk="0">
                    <a:moveTo>
                      <a:pt x="10231" y="1"/>
                    </a:moveTo>
                    <a:lnTo>
                      <a:pt x="0" y="20077"/>
                    </a:lnTo>
                    <a:lnTo>
                      <a:pt x="1653" y="20938"/>
                    </a:lnTo>
                    <a:lnTo>
                      <a:pt x="11903" y="757"/>
                    </a:lnTo>
                    <a:cubicBezTo>
                      <a:pt x="11903" y="757"/>
                      <a:pt x="11023" y="756"/>
                      <a:pt x="10231" y="1"/>
                    </a:cubicBezTo>
                    <a:close/>
                  </a:path>
                </a:pathLst>
              </a:custGeom>
              <a:solidFill>
                <a:srgbClr val="1D2B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505;p40">
                <a:extLst>
                  <a:ext uri="{FF2B5EF4-FFF2-40B4-BE49-F238E27FC236}">
                    <a16:creationId xmlns:a16="http://schemas.microsoft.com/office/drawing/2014/main" id="{D90AE6CD-4DD7-4972-B5B1-9AA42186C9F2}"/>
                  </a:ext>
                </a:extLst>
              </p:cNvPr>
              <p:cNvSpPr/>
              <p:nvPr/>
            </p:nvSpPr>
            <p:spPr>
              <a:xfrm>
                <a:off x="4253751" y="937270"/>
                <a:ext cx="530115" cy="932466"/>
              </a:xfrm>
              <a:custGeom>
                <a:avLst/>
                <a:gdLst/>
                <a:ahLst/>
                <a:cxnLst/>
                <a:rect l="l" t="t" r="r" b="b"/>
                <a:pathLst>
                  <a:path w="11904" h="20939" fill="none" extrusionOk="0">
                    <a:moveTo>
                      <a:pt x="0" y="20077"/>
                    </a:moveTo>
                    <a:lnTo>
                      <a:pt x="1653" y="20938"/>
                    </a:lnTo>
                    <a:lnTo>
                      <a:pt x="11903" y="757"/>
                    </a:lnTo>
                    <a:cubicBezTo>
                      <a:pt x="11903" y="757"/>
                      <a:pt x="11023" y="756"/>
                      <a:pt x="102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506;p40">
                <a:extLst>
                  <a:ext uri="{FF2B5EF4-FFF2-40B4-BE49-F238E27FC236}">
                    <a16:creationId xmlns:a16="http://schemas.microsoft.com/office/drawing/2014/main" id="{9F8479A1-841A-405B-9FF9-57BEF45D8FC6}"/>
                  </a:ext>
                </a:extLst>
              </p:cNvPr>
              <p:cNvSpPr/>
              <p:nvPr/>
            </p:nvSpPr>
            <p:spPr>
              <a:xfrm>
                <a:off x="3677531" y="583452"/>
                <a:ext cx="1747544" cy="1508449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3873" extrusionOk="0">
                    <a:moveTo>
                      <a:pt x="9650" y="0"/>
                    </a:moveTo>
                    <a:lnTo>
                      <a:pt x="0" y="18754"/>
                    </a:lnTo>
                    <a:cubicBezTo>
                      <a:pt x="1930" y="19275"/>
                      <a:pt x="12474" y="26424"/>
                      <a:pt x="14048" y="27693"/>
                    </a:cubicBezTo>
                    <a:lnTo>
                      <a:pt x="14031" y="27727"/>
                    </a:lnTo>
                    <a:cubicBezTo>
                      <a:pt x="14050" y="27728"/>
                      <a:pt x="14074" y="27732"/>
                      <a:pt x="14101" y="27736"/>
                    </a:cubicBezTo>
                    <a:cubicBezTo>
                      <a:pt x="14163" y="27789"/>
                      <a:pt x="14208" y="27828"/>
                      <a:pt x="14230" y="27853"/>
                    </a:cubicBezTo>
                    <a:lnTo>
                      <a:pt x="14273" y="27768"/>
                    </a:lnTo>
                    <a:cubicBezTo>
                      <a:pt x="15798" y="28092"/>
                      <a:pt x="22795" y="30229"/>
                      <a:pt x="29763" y="33873"/>
                    </a:cubicBezTo>
                    <a:lnTo>
                      <a:pt x="39241" y="15030"/>
                    </a:lnTo>
                    <a:cubicBezTo>
                      <a:pt x="39241" y="15030"/>
                      <a:pt x="32323" y="10035"/>
                      <a:pt x="23630" y="9053"/>
                    </a:cubicBezTo>
                    <a:cubicBezTo>
                      <a:pt x="17721" y="2638"/>
                      <a:pt x="9650" y="0"/>
                      <a:pt x="9650" y="0"/>
                    </a:cubicBezTo>
                    <a:close/>
                  </a:path>
                </a:pathLst>
              </a:custGeom>
              <a:solidFill>
                <a:srgbClr val="CDC5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507;p40">
                <a:extLst>
                  <a:ext uri="{FF2B5EF4-FFF2-40B4-BE49-F238E27FC236}">
                    <a16:creationId xmlns:a16="http://schemas.microsoft.com/office/drawing/2014/main" id="{19E333A7-738C-4899-B8E9-D099E1E1993B}"/>
                  </a:ext>
                </a:extLst>
              </p:cNvPr>
              <p:cNvSpPr/>
              <p:nvPr/>
            </p:nvSpPr>
            <p:spPr>
              <a:xfrm>
                <a:off x="4514762" y="659515"/>
                <a:ext cx="181604" cy="201688"/>
              </a:xfrm>
              <a:custGeom>
                <a:avLst/>
                <a:gdLst/>
                <a:ahLst/>
                <a:cxnLst/>
                <a:rect l="l" t="t" r="r" b="b"/>
                <a:pathLst>
                  <a:path w="4078" h="4529" extrusionOk="0">
                    <a:moveTo>
                      <a:pt x="2917" y="0"/>
                    </a:moveTo>
                    <a:cubicBezTo>
                      <a:pt x="2895" y="0"/>
                      <a:pt x="2872" y="5"/>
                      <a:pt x="2849" y="14"/>
                    </a:cubicBezTo>
                    <a:cubicBezTo>
                      <a:pt x="927" y="812"/>
                      <a:pt x="0" y="3541"/>
                      <a:pt x="0" y="3541"/>
                    </a:cubicBezTo>
                    <a:lnTo>
                      <a:pt x="1408" y="4528"/>
                    </a:lnTo>
                    <a:cubicBezTo>
                      <a:pt x="1355" y="3801"/>
                      <a:pt x="3256" y="1839"/>
                      <a:pt x="3971" y="1169"/>
                    </a:cubicBezTo>
                    <a:cubicBezTo>
                      <a:pt x="4078" y="1069"/>
                      <a:pt x="4019" y="890"/>
                      <a:pt x="3874" y="871"/>
                    </a:cubicBezTo>
                    <a:lnTo>
                      <a:pt x="3149" y="772"/>
                    </a:lnTo>
                    <a:lnTo>
                      <a:pt x="3092" y="159"/>
                    </a:lnTo>
                    <a:cubicBezTo>
                      <a:pt x="3084" y="65"/>
                      <a:pt x="3004" y="0"/>
                      <a:pt x="2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508;p40">
                <a:extLst>
                  <a:ext uri="{FF2B5EF4-FFF2-40B4-BE49-F238E27FC236}">
                    <a16:creationId xmlns:a16="http://schemas.microsoft.com/office/drawing/2014/main" id="{53E4048B-F6F4-452A-A9CC-582A5718B3B5}"/>
                  </a:ext>
                </a:extLst>
              </p:cNvPr>
              <p:cNvSpPr/>
              <p:nvPr/>
            </p:nvSpPr>
            <p:spPr>
              <a:xfrm>
                <a:off x="3715251" y="607500"/>
                <a:ext cx="1010398" cy="1193560"/>
              </a:xfrm>
              <a:custGeom>
                <a:avLst/>
                <a:gdLst/>
                <a:ahLst/>
                <a:cxnLst/>
                <a:rect l="l" t="t" r="r" b="b"/>
                <a:pathLst>
                  <a:path w="22689" h="26802" extrusionOk="0">
                    <a:moveTo>
                      <a:pt x="10115" y="1"/>
                    </a:moveTo>
                    <a:cubicBezTo>
                      <a:pt x="9867" y="1"/>
                      <a:pt x="9572" y="46"/>
                      <a:pt x="9139" y="156"/>
                    </a:cubicBezTo>
                    <a:lnTo>
                      <a:pt x="1" y="17984"/>
                    </a:lnTo>
                    <a:cubicBezTo>
                      <a:pt x="352" y="17812"/>
                      <a:pt x="739" y="17734"/>
                      <a:pt x="1153" y="17734"/>
                    </a:cubicBezTo>
                    <a:cubicBezTo>
                      <a:pt x="5600" y="17734"/>
                      <a:pt x="13156" y="26802"/>
                      <a:pt x="13156" y="26802"/>
                    </a:cubicBezTo>
                    <a:lnTo>
                      <a:pt x="22688" y="8452"/>
                    </a:lnTo>
                    <a:cubicBezTo>
                      <a:pt x="21331" y="6941"/>
                      <a:pt x="20023" y="5634"/>
                      <a:pt x="18568" y="4216"/>
                    </a:cubicBezTo>
                    <a:cubicBezTo>
                      <a:pt x="17669" y="3339"/>
                      <a:pt x="16351" y="2439"/>
                      <a:pt x="15264" y="1809"/>
                    </a:cubicBezTo>
                    <a:cubicBezTo>
                      <a:pt x="14085" y="1124"/>
                      <a:pt x="13143" y="764"/>
                      <a:pt x="11823" y="424"/>
                    </a:cubicBezTo>
                    <a:cubicBezTo>
                      <a:pt x="10933" y="195"/>
                      <a:pt x="10625" y="1"/>
                      <a:pt x="10115" y="1"/>
                    </a:cubicBezTo>
                    <a:close/>
                  </a:path>
                </a:pathLst>
              </a:custGeom>
              <a:solidFill>
                <a:srgbClr val="FFF4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509;p40">
                <a:extLst>
                  <a:ext uri="{FF2B5EF4-FFF2-40B4-BE49-F238E27FC236}">
                    <a16:creationId xmlns:a16="http://schemas.microsoft.com/office/drawing/2014/main" id="{98E9D7BA-D2F3-46FB-967B-96B8B8F876E4}"/>
                  </a:ext>
                </a:extLst>
              </p:cNvPr>
              <p:cNvSpPr/>
              <p:nvPr/>
            </p:nvSpPr>
            <p:spPr>
              <a:xfrm>
                <a:off x="4344777" y="1809056"/>
                <a:ext cx="597982" cy="208946"/>
              </a:xfrm>
              <a:custGeom>
                <a:avLst/>
                <a:gdLst/>
                <a:ahLst/>
                <a:cxnLst/>
                <a:rect l="l" t="t" r="r" b="b"/>
                <a:pathLst>
                  <a:path w="13428" h="4692" extrusionOk="0">
                    <a:moveTo>
                      <a:pt x="15" y="0"/>
                    </a:moveTo>
                    <a:cubicBezTo>
                      <a:pt x="0" y="0"/>
                      <a:pt x="1" y="25"/>
                      <a:pt x="17" y="27"/>
                    </a:cubicBezTo>
                    <a:cubicBezTo>
                      <a:pt x="947" y="115"/>
                      <a:pt x="1873" y="248"/>
                      <a:pt x="2791" y="425"/>
                    </a:cubicBezTo>
                    <a:cubicBezTo>
                      <a:pt x="3702" y="600"/>
                      <a:pt x="4605" y="818"/>
                      <a:pt x="5496" y="1077"/>
                    </a:cubicBezTo>
                    <a:cubicBezTo>
                      <a:pt x="6386" y="1336"/>
                      <a:pt x="7265" y="1637"/>
                      <a:pt x="8128" y="1976"/>
                    </a:cubicBezTo>
                    <a:cubicBezTo>
                      <a:pt x="8998" y="2319"/>
                      <a:pt x="9851" y="2703"/>
                      <a:pt x="10685" y="3125"/>
                    </a:cubicBezTo>
                    <a:cubicBezTo>
                      <a:pt x="11516" y="3547"/>
                      <a:pt x="12327" y="4007"/>
                      <a:pt x="13114" y="4505"/>
                    </a:cubicBezTo>
                    <a:cubicBezTo>
                      <a:pt x="13211" y="4566"/>
                      <a:pt x="13307" y="4627"/>
                      <a:pt x="13403" y="4689"/>
                    </a:cubicBezTo>
                    <a:cubicBezTo>
                      <a:pt x="13405" y="4691"/>
                      <a:pt x="13407" y="4691"/>
                      <a:pt x="13409" y="4691"/>
                    </a:cubicBezTo>
                    <a:cubicBezTo>
                      <a:pt x="13420" y="4691"/>
                      <a:pt x="13427" y="4674"/>
                      <a:pt x="13416" y="4666"/>
                    </a:cubicBezTo>
                    <a:cubicBezTo>
                      <a:pt x="12630" y="4158"/>
                      <a:pt x="11821" y="3686"/>
                      <a:pt x="10991" y="3254"/>
                    </a:cubicBezTo>
                    <a:cubicBezTo>
                      <a:pt x="10168" y="2825"/>
                      <a:pt x="9323" y="2434"/>
                      <a:pt x="8463" y="2083"/>
                    </a:cubicBezTo>
                    <a:cubicBezTo>
                      <a:pt x="7601" y="1731"/>
                      <a:pt x="6722" y="1419"/>
                      <a:pt x="5830" y="1149"/>
                    </a:cubicBezTo>
                    <a:cubicBezTo>
                      <a:pt x="4935" y="878"/>
                      <a:pt x="4027" y="648"/>
                      <a:pt x="3110" y="461"/>
                    </a:cubicBezTo>
                    <a:cubicBezTo>
                      <a:pt x="2204" y="277"/>
                      <a:pt x="1289" y="135"/>
                      <a:pt x="369" y="35"/>
                    </a:cubicBezTo>
                    <a:cubicBezTo>
                      <a:pt x="252" y="23"/>
                      <a:pt x="135" y="11"/>
                      <a:pt x="17" y="0"/>
                    </a:cubicBezTo>
                    <a:cubicBezTo>
                      <a:pt x="16" y="0"/>
                      <a:pt x="16" y="0"/>
                      <a:pt x="15" y="0"/>
                    </a:cubicBezTo>
                    <a:close/>
                  </a:path>
                </a:pathLst>
              </a:custGeom>
              <a:solidFill>
                <a:srgbClr val="FFF4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510;p40">
                <a:extLst>
                  <a:ext uri="{FF2B5EF4-FFF2-40B4-BE49-F238E27FC236}">
                    <a16:creationId xmlns:a16="http://schemas.microsoft.com/office/drawing/2014/main" id="{BF99CFD6-FB47-46E5-ACCB-7BBD183249BA}"/>
                  </a:ext>
                </a:extLst>
              </p:cNvPr>
              <p:cNvSpPr/>
              <p:nvPr/>
            </p:nvSpPr>
            <p:spPr>
              <a:xfrm>
                <a:off x="4309017" y="1812530"/>
                <a:ext cx="667320" cy="246220"/>
              </a:xfrm>
              <a:custGeom>
                <a:avLst/>
                <a:gdLst/>
                <a:ahLst/>
                <a:cxnLst/>
                <a:rect l="l" t="t" r="r" b="b"/>
                <a:pathLst>
                  <a:path w="14985" h="5529" extrusionOk="0">
                    <a:moveTo>
                      <a:pt x="20" y="1"/>
                    </a:moveTo>
                    <a:cubicBezTo>
                      <a:pt x="6" y="1"/>
                      <a:pt x="1" y="23"/>
                      <a:pt x="15" y="26"/>
                    </a:cubicBezTo>
                    <a:cubicBezTo>
                      <a:pt x="1001" y="224"/>
                      <a:pt x="1979" y="456"/>
                      <a:pt x="2950" y="714"/>
                    </a:cubicBezTo>
                    <a:cubicBezTo>
                      <a:pt x="3969" y="986"/>
                      <a:pt x="4981" y="1288"/>
                      <a:pt x="5983" y="1617"/>
                    </a:cubicBezTo>
                    <a:cubicBezTo>
                      <a:pt x="7003" y="1952"/>
                      <a:pt x="8013" y="2315"/>
                      <a:pt x="9012" y="2707"/>
                    </a:cubicBezTo>
                    <a:cubicBezTo>
                      <a:pt x="10004" y="3097"/>
                      <a:pt x="10985" y="3515"/>
                      <a:pt x="11950" y="3967"/>
                    </a:cubicBezTo>
                    <a:cubicBezTo>
                      <a:pt x="12866" y="4395"/>
                      <a:pt x="13768" y="4854"/>
                      <a:pt x="14649" y="5351"/>
                    </a:cubicBezTo>
                    <a:cubicBezTo>
                      <a:pt x="14753" y="5409"/>
                      <a:pt x="14856" y="5468"/>
                      <a:pt x="14959" y="5527"/>
                    </a:cubicBezTo>
                    <a:cubicBezTo>
                      <a:pt x="14961" y="5528"/>
                      <a:pt x="14963" y="5529"/>
                      <a:pt x="14966" y="5529"/>
                    </a:cubicBezTo>
                    <a:cubicBezTo>
                      <a:pt x="14977" y="5529"/>
                      <a:pt x="14984" y="5512"/>
                      <a:pt x="14972" y="5504"/>
                    </a:cubicBezTo>
                    <a:cubicBezTo>
                      <a:pt x="14099" y="5001"/>
                      <a:pt x="13204" y="4535"/>
                      <a:pt x="12294" y="4101"/>
                    </a:cubicBezTo>
                    <a:cubicBezTo>
                      <a:pt x="11346" y="3648"/>
                      <a:pt x="10382" y="3228"/>
                      <a:pt x="9407" y="2836"/>
                    </a:cubicBezTo>
                    <a:cubicBezTo>
                      <a:pt x="8412" y="2436"/>
                      <a:pt x="7404" y="2066"/>
                      <a:pt x="6387" y="1724"/>
                    </a:cubicBezTo>
                    <a:cubicBezTo>
                      <a:pt x="5379" y="1384"/>
                      <a:pt x="4361" y="1073"/>
                      <a:pt x="3336" y="791"/>
                    </a:cubicBezTo>
                    <a:cubicBezTo>
                      <a:pt x="2355" y="522"/>
                      <a:pt x="1367" y="280"/>
                      <a:pt x="372" y="73"/>
                    </a:cubicBezTo>
                    <a:cubicBezTo>
                      <a:pt x="256" y="48"/>
                      <a:pt x="139" y="25"/>
                      <a:pt x="22" y="1"/>
                    </a:cubicBezTo>
                    <a:cubicBezTo>
                      <a:pt x="22" y="1"/>
                      <a:pt x="21" y="1"/>
                      <a:pt x="20" y="1"/>
                    </a:cubicBezTo>
                    <a:close/>
                  </a:path>
                </a:pathLst>
              </a:custGeom>
              <a:solidFill>
                <a:srgbClr val="FFF4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511;p40">
                <a:extLst>
                  <a:ext uri="{FF2B5EF4-FFF2-40B4-BE49-F238E27FC236}">
                    <a16:creationId xmlns:a16="http://schemas.microsoft.com/office/drawing/2014/main" id="{91248DD9-0E01-4EA6-9963-6CD3861E2AB9}"/>
                  </a:ext>
                </a:extLst>
              </p:cNvPr>
              <p:cNvSpPr/>
              <p:nvPr/>
            </p:nvSpPr>
            <p:spPr>
              <a:xfrm>
                <a:off x="3740145" y="1408033"/>
                <a:ext cx="515152" cy="348556"/>
              </a:xfrm>
              <a:custGeom>
                <a:avLst/>
                <a:gdLst/>
                <a:ahLst/>
                <a:cxnLst/>
                <a:rect l="l" t="t" r="r" b="b"/>
                <a:pathLst>
                  <a:path w="11568" h="7827" extrusionOk="0">
                    <a:moveTo>
                      <a:pt x="20" y="1"/>
                    </a:moveTo>
                    <a:cubicBezTo>
                      <a:pt x="6" y="1"/>
                      <a:pt x="1" y="24"/>
                      <a:pt x="16" y="26"/>
                    </a:cubicBezTo>
                    <a:cubicBezTo>
                      <a:pt x="969" y="169"/>
                      <a:pt x="1847" y="593"/>
                      <a:pt x="2692" y="1036"/>
                    </a:cubicBezTo>
                    <a:cubicBezTo>
                      <a:pt x="3494" y="1457"/>
                      <a:pt x="4278" y="1912"/>
                      <a:pt x="5043" y="2398"/>
                    </a:cubicBezTo>
                    <a:cubicBezTo>
                      <a:pt x="5804" y="2882"/>
                      <a:pt x="6546" y="3398"/>
                      <a:pt x="7265" y="3943"/>
                    </a:cubicBezTo>
                    <a:cubicBezTo>
                      <a:pt x="7991" y="4494"/>
                      <a:pt x="8694" y="5075"/>
                      <a:pt x="9372" y="5684"/>
                    </a:cubicBezTo>
                    <a:cubicBezTo>
                      <a:pt x="10043" y="6286"/>
                      <a:pt x="10690" y="6918"/>
                      <a:pt x="11310" y="7574"/>
                    </a:cubicBezTo>
                    <a:cubicBezTo>
                      <a:pt x="11387" y="7656"/>
                      <a:pt x="11464" y="7739"/>
                      <a:pt x="11541" y="7822"/>
                    </a:cubicBezTo>
                    <a:cubicBezTo>
                      <a:pt x="11544" y="7825"/>
                      <a:pt x="11547" y="7826"/>
                      <a:pt x="11549" y="7826"/>
                    </a:cubicBezTo>
                    <a:cubicBezTo>
                      <a:pt x="11559" y="7826"/>
                      <a:pt x="11568" y="7813"/>
                      <a:pt x="11559" y="7804"/>
                    </a:cubicBezTo>
                    <a:cubicBezTo>
                      <a:pt x="10940" y="7133"/>
                      <a:pt x="10293" y="6490"/>
                      <a:pt x="9620" y="5873"/>
                    </a:cubicBezTo>
                    <a:cubicBezTo>
                      <a:pt x="8949" y="5260"/>
                      <a:pt x="8254" y="4674"/>
                      <a:pt x="7535" y="4117"/>
                    </a:cubicBezTo>
                    <a:cubicBezTo>
                      <a:pt x="6820" y="3564"/>
                      <a:pt x="6083" y="3041"/>
                      <a:pt x="5325" y="2549"/>
                    </a:cubicBezTo>
                    <a:cubicBezTo>
                      <a:pt x="4563" y="2053"/>
                      <a:pt x="3780" y="1589"/>
                      <a:pt x="2979" y="1159"/>
                    </a:cubicBezTo>
                    <a:cubicBezTo>
                      <a:pt x="2151" y="715"/>
                      <a:pt x="1298" y="271"/>
                      <a:pt x="374" y="66"/>
                    </a:cubicBezTo>
                    <a:cubicBezTo>
                      <a:pt x="258" y="40"/>
                      <a:pt x="140" y="18"/>
                      <a:pt x="23" y="1"/>
                    </a:cubicBezTo>
                    <a:cubicBezTo>
                      <a:pt x="22" y="1"/>
                      <a:pt x="21" y="1"/>
                      <a:pt x="20" y="1"/>
                    </a:cubicBezTo>
                    <a:close/>
                  </a:path>
                </a:pathLst>
              </a:custGeom>
              <a:solidFill>
                <a:srgbClr val="FFF4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512;p40">
                <a:extLst>
                  <a:ext uri="{FF2B5EF4-FFF2-40B4-BE49-F238E27FC236}">
                    <a16:creationId xmlns:a16="http://schemas.microsoft.com/office/drawing/2014/main" id="{3202E642-A51E-4700-8873-A8EE1D075E73}"/>
                  </a:ext>
                </a:extLst>
              </p:cNvPr>
              <p:cNvSpPr/>
              <p:nvPr/>
            </p:nvSpPr>
            <p:spPr>
              <a:xfrm>
                <a:off x="3717700" y="1412887"/>
                <a:ext cx="597671" cy="405379"/>
              </a:xfrm>
              <a:custGeom>
                <a:avLst/>
                <a:gdLst/>
                <a:ahLst/>
                <a:cxnLst/>
                <a:rect l="l" t="t" r="r" b="b"/>
                <a:pathLst>
                  <a:path w="13421" h="9103" extrusionOk="0">
                    <a:moveTo>
                      <a:pt x="21" y="0"/>
                    </a:moveTo>
                    <a:cubicBezTo>
                      <a:pt x="9" y="0"/>
                      <a:pt x="0" y="18"/>
                      <a:pt x="14" y="24"/>
                    </a:cubicBezTo>
                    <a:cubicBezTo>
                      <a:pt x="947" y="432"/>
                      <a:pt x="1861" y="886"/>
                      <a:pt x="2756" y="1372"/>
                    </a:cubicBezTo>
                    <a:cubicBezTo>
                      <a:pt x="3699" y="1883"/>
                      <a:pt x="4622" y="2431"/>
                      <a:pt x="5526" y="3006"/>
                    </a:cubicBezTo>
                    <a:cubicBezTo>
                      <a:pt x="6446" y="3590"/>
                      <a:pt x="7346" y="4204"/>
                      <a:pt x="8228" y="4842"/>
                    </a:cubicBezTo>
                    <a:cubicBezTo>
                      <a:pt x="9103" y="5477"/>
                      <a:pt x="9961" y="6136"/>
                      <a:pt x="10797" y="6821"/>
                    </a:cubicBezTo>
                    <a:cubicBezTo>
                      <a:pt x="11593" y="7473"/>
                      <a:pt x="12371" y="8147"/>
                      <a:pt x="13125" y="8848"/>
                    </a:cubicBezTo>
                    <a:cubicBezTo>
                      <a:pt x="13214" y="8931"/>
                      <a:pt x="13304" y="9015"/>
                      <a:pt x="13393" y="9099"/>
                    </a:cubicBezTo>
                    <a:cubicBezTo>
                      <a:pt x="13396" y="9102"/>
                      <a:pt x="13399" y="9103"/>
                      <a:pt x="13402" y="9103"/>
                    </a:cubicBezTo>
                    <a:cubicBezTo>
                      <a:pt x="13412" y="9103"/>
                      <a:pt x="13421" y="9090"/>
                      <a:pt x="13411" y="9081"/>
                    </a:cubicBezTo>
                    <a:cubicBezTo>
                      <a:pt x="12667" y="8378"/>
                      <a:pt x="11898" y="7700"/>
                      <a:pt x="11111" y="7045"/>
                    </a:cubicBezTo>
                    <a:cubicBezTo>
                      <a:pt x="10289" y="6363"/>
                      <a:pt x="9447" y="5706"/>
                      <a:pt x="8587" y="5074"/>
                    </a:cubicBezTo>
                    <a:cubicBezTo>
                      <a:pt x="7705" y="4423"/>
                      <a:pt x="6802" y="3799"/>
                      <a:pt x="5881" y="3203"/>
                    </a:cubicBezTo>
                    <a:cubicBezTo>
                      <a:pt x="4977" y="2618"/>
                      <a:pt x="4055" y="2061"/>
                      <a:pt x="3113" y="1538"/>
                    </a:cubicBezTo>
                    <a:cubicBezTo>
                      <a:pt x="2215" y="1040"/>
                      <a:pt x="1299" y="573"/>
                      <a:pt x="363" y="150"/>
                    </a:cubicBezTo>
                    <a:cubicBezTo>
                      <a:pt x="252" y="100"/>
                      <a:pt x="140" y="51"/>
                      <a:pt x="27" y="2"/>
                    </a:cubicBezTo>
                    <a:cubicBezTo>
                      <a:pt x="25" y="1"/>
                      <a:pt x="23" y="0"/>
                      <a:pt x="21" y="0"/>
                    </a:cubicBezTo>
                    <a:close/>
                  </a:path>
                </a:pathLst>
              </a:custGeom>
              <a:solidFill>
                <a:srgbClr val="FFF4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513;p40">
                <a:extLst>
                  <a:ext uri="{FF2B5EF4-FFF2-40B4-BE49-F238E27FC236}">
                    <a16:creationId xmlns:a16="http://schemas.microsoft.com/office/drawing/2014/main" id="{55A3B57A-4D5F-4D28-BE7F-694B4B670279}"/>
                  </a:ext>
                </a:extLst>
              </p:cNvPr>
              <p:cNvSpPr/>
              <p:nvPr/>
            </p:nvSpPr>
            <p:spPr>
              <a:xfrm>
                <a:off x="4301980" y="984876"/>
                <a:ext cx="1082229" cy="1081338"/>
              </a:xfrm>
              <a:custGeom>
                <a:avLst/>
                <a:gdLst/>
                <a:ahLst/>
                <a:cxnLst/>
                <a:rect l="l" t="t" r="r" b="b"/>
                <a:pathLst>
                  <a:path w="24302" h="24282" extrusionOk="0">
                    <a:moveTo>
                      <a:pt x="9633" y="0"/>
                    </a:moveTo>
                    <a:lnTo>
                      <a:pt x="1" y="18442"/>
                    </a:lnTo>
                    <a:cubicBezTo>
                      <a:pt x="1" y="18442"/>
                      <a:pt x="14601" y="19759"/>
                      <a:pt x="15404" y="24281"/>
                    </a:cubicBezTo>
                    <a:lnTo>
                      <a:pt x="24302" y="6006"/>
                    </a:lnTo>
                    <a:cubicBezTo>
                      <a:pt x="23793" y="4739"/>
                      <a:pt x="23559" y="4864"/>
                      <a:pt x="22505" y="3995"/>
                    </a:cubicBezTo>
                    <a:cubicBezTo>
                      <a:pt x="21453" y="3128"/>
                      <a:pt x="20607" y="2578"/>
                      <a:pt x="19360" y="2028"/>
                    </a:cubicBezTo>
                    <a:cubicBezTo>
                      <a:pt x="18210" y="1521"/>
                      <a:pt x="16707" y="986"/>
                      <a:pt x="15468" y="775"/>
                    </a:cubicBezTo>
                    <a:cubicBezTo>
                      <a:pt x="13466" y="434"/>
                      <a:pt x="11653" y="208"/>
                      <a:pt x="9633" y="0"/>
                    </a:cubicBezTo>
                    <a:close/>
                  </a:path>
                </a:pathLst>
              </a:custGeom>
              <a:solidFill>
                <a:srgbClr val="FFF4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DDAECD5-837E-47B8-AF74-953FEDB1DE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80" t="51159" r="32799" b="6374"/>
            <a:stretch/>
          </p:blipFill>
          <p:spPr>
            <a:xfrm rot="1142450">
              <a:off x="6960698" y="2999331"/>
              <a:ext cx="444608" cy="553360"/>
            </a:xfrm>
            <a:prstGeom prst="rect">
              <a:avLst/>
            </a:prstGeom>
          </p:spPr>
        </p:pic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BB1D54A5-5801-4B64-B0F7-459BD7786A80}"/>
              </a:ext>
            </a:extLst>
          </p:cNvPr>
          <p:cNvSpPr txBox="1"/>
          <p:nvPr/>
        </p:nvSpPr>
        <p:spPr>
          <a:xfrm>
            <a:off x="2035374" y="2557902"/>
            <a:ext cx="28090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spcAft>
                <a:spcPts val="1200"/>
              </a:spcAft>
            </a:pP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Untuk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menganalisis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sentimen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publik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terhadap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calon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Presiden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pada </a:t>
            </a: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Pilpres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2024 </a:t>
            </a: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dengan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memanfaatkan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data yang </a:t>
            </a: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diambil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dari</a:t>
            </a:r>
            <a:r>
              <a:rPr lang="en-US" sz="1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Twitter.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B9C6748-D387-4F2F-9CF5-CF01E8561754}"/>
              </a:ext>
            </a:extLst>
          </p:cNvPr>
          <p:cNvSpPr txBox="1"/>
          <p:nvPr/>
        </p:nvSpPr>
        <p:spPr>
          <a:xfrm>
            <a:off x="7470233" y="3150473"/>
            <a:ext cx="28090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1200"/>
              </a:spcAft>
            </a:pP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Untuk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memberikan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kontribusi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dalam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pemahaman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tentang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pentingnya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analisis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sentimen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publik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dalam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konteks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pemilihan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umum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C234774-6182-41E2-8BF9-DC3D2F7B3F9D}"/>
              </a:ext>
            </a:extLst>
          </p:cNvPr>
          <p:cNvSpPr txBox="1"/>
          <p:nvPr/>
        </p:nvSpPr>
        <p:spPr>
          <a:xfrm>
            <a:off x="1998004" y="4031766"/>
            <a:ext cx="28090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spcAft>
                <a:spcPts val="1200"/>
              </a:spcAft>
            </a:pP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Untuk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menggunakan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alogritma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Naïve Bayes dan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algoritma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Support Vector Machine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untuk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melakukan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klasifikasi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b="1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sentimen</a:t>
            </a:r>
            <a:r>
              <a:rPr lang="en-US" sz="1400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8564110-A60C-48A2-972E-A90A5C5278A3}"/>
              </a:ext>
            </a:extLst>
          </p:cNvPr>
          <p:cNvSpPr txBox="1"/>
          <p:nvPr/>
        </p:nvSpPr>
        <p:spPr>
          <a:xfrm>
            <a:off x="4036004" y="1530903"/>
            <a:ext cx="4116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TUJUAN PENELITIAN</a:t>
            </a:r>
          </a:p>
        </p:txBody>
      </p:sp>
      <p:sp>
        <p:nvSpPr>
          <p:cNvPr id="94" name="Rectangle: Rounded Corners 93">
            <a:hlinkClick r:id="rId3" action="ppaction://hlinksldjump"/>
            <a:extLst>
              <a:ext uri="{FF2B5EF4-FFF2-40B4-BE49-F238E27FC236}">
                <a16:creationId xmlns:a16="http://schemas.microsoft.com/office/drawing/2014/main" id="{B0F4DB8F-1597-4DD6-BFC2-31292823B729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95" name="Rectangle: Rounded Corners 94">
            <a:hlinkClick r:id="rId4" action="ppaction://hlinksldjump"/>
            <a:extLst>
              <a:ext uri="{FF2B5EF4-FFF2-40B4-BE49-F238E27FC236}">
                <a16:creationId xmlns:a16="http://schemas.microsoft.com/office/drawing/2014/main" id="{F391F6E6-3126-4DE0-93F0-26637351E3FE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4" name="Rectangle: Rounded Corners 113">
            <a:hlinkClick r:id="rId5" action="ppaction://hlinksldjump"/>
            <a:extLst>
              <a:ext uri="{FF2B5EF4-FFF2-40B4-BE49-F238E27FC236}">
                <a16:creationId xmlns:a16="http://schemas.microsoft.com/office/drawing/2014/main" id="{A9DBE408-7672-4D39-968F-4A87463F1703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5" name="Rectangle: Rounded Corners 114">
            <a:hlinkClick r:id="rId6" action="ppaction://hlinksldjump"/>
            <a:extLst>
              <a:ext uri="{FF2B5EF4-FFF2-40B4-BE49-F238E27FC236}">
                <a16:creationId xmlns:a16="http://schemas.microsoft.com/office/drawing/2014/main" id="{4F01DB4A-CBD2-478F-8FCE-76C0E3DFA0C8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6" name="Rectangle: Rounded Corners 115">
            <a:hlinkClick r:id="rId7" action="ppaction://hlinksldjump"/>
            <a:extLst>
              <a:ext uri="{FF2B5EF4-FFF2-40B4-BE49-F238E27FC236}">
                <a16:creationId xmlns:a16="http://schemas.microsoft.com/office/drawing/2014/main" id="{B4CE33AF-C3E0-4398-BB55-88AADC1E60B6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7" name="Rectangle: Rounded Corners 116">
            <a:hlinkClick r:id="rId8" action="ppaction://hlinksldjump"/>
            <a:extLst>
              <a:ext uri="{FF2B5EF4-FFF2-40B4-BE49-F238E27FC236}">
                <a16:creationId xmlns:a16="http://schemas.microsoft.com/office/drawing/2014/main" id="{980AD2F7-7D7B-4C50-834A-8AA7F7213F30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B33A8E-F9AD-29D7-92F8-23162F14B7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61D3EC1-313E-5E49-35D5-2AA178FA417F}"/>
              </a:ext>
            </a:extLst>
          </p:cNvPr>
          <p:cNvGrpSpPr/>
          <p:nvPr/>
        </p:nvGrpSpPr>
        <p:grpSpPr>
          <a:xfrm>
            <a:off x="-542571" y="1848444"/>
            <a:ext cx="1895588" cy="725331"/>
            <a:chOff x="-525229" y="2135538"/>
            <a:chExt cx="1895588" cy="72533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AB4506C-A661-D88F-95E1-3F3A0ECB0332}"/>
                </a:ext>
              </a:extLst>
            </p:cNvPr>
            <p:cNvSpPr/>
            <p:nvPr/>
          </p:nvSpPr>
          <p:spPr>
            <a:xfrm>
              <a:off x="-525229" y="2135538"/>
              <a:ext cx="1771219" cy="725331"/>
            </a:xfrm>
            <a:prstGeom prst="roundRect">
              <a:avLst>
                <a:gd name="adj" fmla="val 33334"/>
              </a:avLst>
            </a:prstGeom>
            <a:solidFill>
              <a:srgbClr val="648282"/>
            </a:solidFill>
            <a:ln w="76200">
              <a:solidFill>
                <a:srgbClr val="EBCD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hlinkClick r:id="rId4" action="ppaction://hlinksldjump"/>
              <a:extLst>
                <a:ext uri="{FF2B5EF4-FFF2-40B4-BE49-F238E27FC236}">
                  <a16:creationId xmlns:a16="http://schemas.microsoft.com/office/drawing/2014/main" id="{F7A7F0AB-039F-CC15-58D0-7BEDB1C01EAE}"/>
                </a:ext>
              </a:extLst>
            </p:cNvPr>
            <p:cNvSpPr txBox="1"/>
            <p:nvPr/>
          </p:nvSpPr>
          <p:spPr>
            <a:xfrm>
              <a:off x="-264253" y="2194409"/>
              <a:ext cx="16346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Latar</a:t>
              </a:r>
              <a:r>
                <a: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</a:p>
            <a:p>
              <a:pPr algn="ctr"/>
              <a:r>
                <a:rPr lang="en-US" sz="1600" dirty="0" err="1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belakang</a:t>
              </a:r>
              <a:endPara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E1F1D7C-C4C5-3336-89D9-EA11862A3113}"/>
              </a:ext>
            </a:extLst>
          </p:cNvPr>
          <p:cNvSpPr/>
          <p:nvPr/>
        </p:nvSpPr>
        <p:spPr>
          <a:xfrm>
            <a:off x="-497769" y="2677809"/>
            <a:ext cx="1771219" cy="725331"/>
          </a:xfrm>
          <a:prstGeom prst="roundRect">
            <a:avLst>
              <a:gd name="adj" fmla="val 33334"/>
            </a:avLst>
          </a:prstGeom>
          <a:solidFill>
            <a:srgbClr val="648282"/>
          </a:solidFill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hlinkClick r:id="rId10" action="ppaction://hlinksldjump"/>
            <a:extLst>
              <a:ext uri="{FF2B5EF4-FFF2-40B4-BE49-F238E27FC236}">
                <a16:creationId xmlns:a16="http://schemas.microsoft.com/office/drawing/2014/main" id="{E6B38FF8-98A6-583C-3EE5-01510F81848D}"/>
              </a:ext>
            </a:extLst>
          </p:cNvPr>
          <p:cNvSpPr txBox="1"/>
          <p:nvPr/>
        </p:nvSpPr>
        <p:spPr>
          <a:xfrm>
            <a:off x="-235616" y="2736963"/>
            <a:ext cx="163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Batasan </a:t>
            </a:r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Masalah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8F039A5A-6FFF-A111-009A-129F96056AA7}"/>
              </a:ext>
            </a:extLst>
          </p:cNvPr>
          <p:cNvSpPr/>
          <p:nvPr/>
        </p:nvSpPr>
        <p:spPr>
          <a:xfrm>
            <a:off x="-422845" y="4336888"/>
            <a:ext cx="1771219" cy="725331"/>
          </a:xfrm>
          <a:prstGeom prst="roundRect">
            <a:avLst>
              <a:gd name="adj" fmla="val 33334"/>
            </a:avLst>
          </a:prstGeom>
          <a:solidFill>
            <a:srgbClr val="465C5B"/>
          </a:solidFill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hlinkClick r:id="rId11" action="ppaction://hlinksldjump"/>
            <a:extLst>
              <a:ext uri="{FF2B5EF4-FFF2-40B4-BE49-F238E27FC236}">
                <a16:creationId xmlns:a16="http://schemas.microsoft.com/office/drawing/2014/main" id="{B812ACCB-57F3-2C06-BDDF-287EF3C8089A}"/>
              </a:ext>
            </a:extLst>
          </p:cNvPr>
          <p:cNvSpPr txBox="1"/>
          <p:nvPr/>
        </p:nvSpPr>
        <p:spPr>
          <a:xfrm>
            <a:off x="-175724" y="4381905"/>
            <a:ext cx="163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Tujuan</a:t>
            </a:r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Penelitian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E2EEE86-A3FE-8FF6-EB8A-49E86604100A}"/>
              </a:ext>
            </a:extLst>
          </p:cNvPr>
          <p:cNvSpPr/>
          <p:nvPr/>
        </p:nvSpPr>
        <p:spPr>
          <a:xfrm>
            <a:off x="-497012" y="3499659"/>
            <a:ext cx="1771219" cy="725331"/>
          </a:xfrm>
          <a:prstGeom prst="roundRect">
            <a:avLst>
              <a:gd name="adj" fmla="val 33334"/>
            </a:avLst>
          </a:prstGeom>
          <a:solidFill>
            <a:srgbClr val="648282"/>
          </a:solidFill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hlinkClick r:id="rId12" action="ppaction://hlinksldjump"/>
            <a:extLst>
              <a:ext uri="{FF2B5EF4-FFF2-40B4-BE49-F238E27FC236}">
                <a16:creationId xmlns:a16="http://schemas.microsoft.com/office/drawing/2014/main" id="{8CB00D4B-E9E1-A1CF-8069-CBAE9964F03D}"/>
              </a:ext>
            </a:extLst>
          </p:cNvPr>
          <p:cNvSpPr txBox="1"/>
          <p:nvPr/>
        </p:nvSpPr>
        <p:spPr>
          <a:xfrm>
            <a:off x="-251304" y="3572400"/>
            <a:ext cx="163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Rumusan</a:t>
            </a:r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Masalah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0116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  <p:bldP spid="110" grpId="0"/>
      <p:bldP spid="112" grpId="0"/>
      <p:bldP spid="1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DEA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A0E26068-D048-41F1-8F55-CFC02F00B1B6}"/>
              </a:ext>
            </a:extLst>
          </p:cNvPr>
          <p:cNvSpPr txBox="1"/>
          <p:nvPr/>
        </p:nvSpPr>
        <p:spPr>
          <a:xfrm>
            <a:off x="3991851" y="1504309"/>
            <a:ext cx="4116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KAJIAN TEORI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32DD226-E277-4707-B471-27F7973FE3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042" b="48756"/>
          <a:stretch/>
        </p:blipFill>
        <p:spPr>
          <a:xfrm rot="4231214" flipH="1">
            <a:off x="8655111" y="3301873"/>
            <a:ext cx="2820426" cy="27816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BA8571E-3987-40B0-BDD6-CA639855D2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43" b="34614"/>
          <a:stretch/>
        </p:blipFill>
        <p:spPr>
          <a:xfrm>
            <a:off x="2894081" y="2331300"/>
            <a:ext cx="2119672" cy="869953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14D63E9-2EA1-43B7-826C-D0487A98B5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43" b="34614"/>
          <a:stretch/>
        </p:blipFill>
        <p:spPr>
          <a:xfrm>
            <a:off x="5132245" y="2319771"/>
            <a:ext cx="2119672" cy="86995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7337964F-00B2-492A-85C1-B7271FD579F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43" b="34614"/>
          <a:stretch/>
        </p:blipFill>
        <p:spPr>
          <a:xfrm>
            <a:off x="7328885" y="2341900"/>
            <a:ext cx="2119672" cy="8699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BC90D3A-4442-428E-992A-48DE126001EE}"/>
              </a:ext>
            </a:extLst>
          </p:cNvPr>
          <p:cNvSpPr txBox="1"/>
          <p:nvPr/>
        </p:nvSpPr>
        <p:spPr>
          <a:xfrm>
            <a:off x="3297418" y="2477923"/>
            <a:ext cx="1294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Analisis</a:t>
            </a:r>
            <a:r>
              <a:rPr lang="en-US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Sentimen</a:t>
            </a:r>
            <a:endParaRPr lang="en-US" dirty="0">
              <a:solidFill>
                <a:srgbClr val="FAF3EC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788065E-61CA-4232-B19C-41F150E52F96}"/>
              </a:ext>
            </a:extLst>
          </p:cNvPr>
          <p:cNvSpPr txBox="1"/>
          <p:nvPr/>
        </p:nvSpPr>
        <p:spPr>
          <a:xfrm>
            <a:off x="5608873" y="2473816"/>
            <a:ext cx="1176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Naïve Bayes</a:t>
            </a:r>
            <a:endParaRPr lang="en-US" dirty="0">
              <a:solidFill>
                <a:srgbClr val="FAF3EC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E366644-7BE0-4DC5-BD25-25F1D214F54C}"/>
              </a:ext>
            </a:extLst>
          </p:cNvPr>
          <p:cNvSpPr txBox="1"/>
          <p:nvPr/>
        </p:nvSpPr>
        <p:spPr>
          <a:xfrm>
            <a:off x="7832008" y="2651015"/>
            <a:ext cx="1176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AF3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SVM</a:t>
            </a: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14F8C382-7B0A-422F-A5F4-1A3729991B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042" b="48756"/>
          <a:stretch/>
        </p:blipFill>
        <p:spPr>
          <a:xfrm rot="17368786">
            <a:off x="913455" y="3425953"/>
            <a:ext cx="2820426" cy="2781661"/>
          </a:xfrm>
          <a:prstGeom prst="rect">
            <a:avLst/>
          </a:prstGeom>
        </p:spPr>
      </p:pic>
      <p:sp>
        <p:nvSpPr>
          <p:cNvPr id="3" name="Flowchart: Delay 2">
            <a:extLst>
              <a:ext uri="{FF2B5EF4-FFF2-40B4-BE49-F238E27FC236}">
                <a16:creationId xmlns:a16="http://schemas.microsoft.com/office/drawing/2014/main" id="{C03FAB48-2D27-4251-99DA-0C10992731A1}"/>
              </a:ext>
            </a:extLst>
          </p:cNvPr>
          <p:cNvSpPr/>
          <p:nvPr/>
        </p:nvSpPr>
        <p:spPr>
          <a:xfrm rot="5400000" flipV="1">
            <a:off x="2835049" y="3319566"/>
            <a:ext cx="2246768" cy="2056258"/>
          </a:xfrm>
          <a:prstGeom prst="flowChartDelay">
            <a:avLst/>
          </a:prstGeom>
          <a:solidFill>
            <a:srgbClr val="F4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AF3EC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040ABC-7996-4362-AE9D-61AA254BF0E2}"/>
              </a:ext>
            </a:extLst>
          </p:cNvPr>
          <p:cNvSpPr txBox="1"/>
          <p:nvPr/>
        </p:nvSpPr>
        <p:spPr>
          <a:xfrm>
            <a:off x="2896129" y="3170612"/>
            <a:ext cx="21016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Analisis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sentimen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politik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merujuk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pada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penggunaan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teknik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analisis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sentimen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untuk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memahami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opini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dan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sentimen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masyarakat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terhadap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calon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presiden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dalam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konteks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pemilihan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presiden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89" name="Rectangle: Rounded Corners 88">
            <a:hlinkClick r:id="rId5" action="ppaction://hlinksldjump"/>
            <a:extLst>
              <a:ext uri="{FF2B5EF4-FFF2-40B4-BE49-F238E27FC236}">
                <a16:creationId xmlns:a16="http://schemas.microsoft.com/office/drawing/2014/main" id="{295AB05B-45B3-41A3-8886-305B0F4ACC55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106" name="Rectangle: Rounded Corners 105">
            <a:hlinkClick r:id="rId6" action="ppaction://hlinksldjump"/>
            <a:extLst>
              <a:ext uri="{FF2B5EF4-FFF2-40B4-BE49-F238E27FC236}">
                <a16:creationId xmlns:a16="http://schemas.microsoft.com/office/drawing/2014/main" id="{72CDB183-F323-4FC3-9A47-A8815B3CB53B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07" name="Rectangle: Rounded Corners 106">
            <a:hlinkClick r:id="rId7" action="ppaction://hlinksldjump"/>
            <a:extLst>
              <a:ext uri="{FF2B5EF4-FFF2-40B4-BE49-F238E27FC236}">
                <a16:creationId xmlns:a16="http://schemas.microsoft.com/office/drawing/2014/main" id="{69ED7E26-41B5-47EB-B69C-A008FA31BEA0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08" name="Rectangle: Rounded Corners 107">
            <a:hlinkClick r:id="rId8" action="ppaction://hlinksldjump"/>
            <a:extLst>
              <a:ext uri="{FF2B5EF4-FFF2-40B4-BE49-F238E27FC236}">
                <a16:creationId xmlns:a16="http://schemas.microsoft.com/office/drawing/2014/main" id="{CD5BA588-CABD-4B47-9AA8-B74E196F52F8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09" name="Rectangle: Rounded Corners 108">
            <a:hlinkClick r:id="rId9" action="ppaction://hlinksldjump"/>
            <a:extLst>
              <a:ext uri="{FF2B5EF4-FFF2-40B4-BE49-F238E27FC236}">
                <a16:creationId xmlns:a16="http://schemas.microsoft.com/office/drawing/2014/main" id="{FDA17B48-647D-4C81-BD11-8B0AF8DC264A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0" name="Rectangle: Rounded Corners 109">
            <a:hlinkClick r:id="rId10" action="ppaction://hlinksldjump"/>
            <a:extLst>
              <a:ext uri="{FF2B5EF4-FFF2-40B4-BE49-F238E27FC236}">
                <a16:creationId xmlns:a16="http://schemas.microsoft.com/office/drawing/2014/main" id="{002A2EA8-F76D-453D-B32B-DBDA8AC71137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2A76A1-4853-DEFE-84CC-35C8C4C22F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sp>
        <p:nvSpPr>
          <p:cNvPr id="11" name="Flowchart: Delay 10">
            <a:extLst>
              <a:ext uri="{FF2B5EF4-FFF2-40B4-BE49-F238E27FC236}">
                <a16:creationId xmlns:a16="http://schemas.microsoft.com/office/drawing/2014/main" id="{03B98C08-99AF-EED6-E4D8-7CCF83971531}"/>
              </a:ext>
            </a:extLst>
          </p:cNvPr>
          <p:cNvSpPr/>
          <p:nvPr/>
        </p:nvSpPr>
        <p:spPr>
          <a:xfrm rot="5400000" flipV="1">
            <a:off x="5051490" y="3319564"/>
            <a:ext cx="2246768" cy="2056258"/>
          </a:xfrm>
          <a:prstGeom prst="flowChartDelay">
            <a:avLst/>
          </a:prstGeom>
          <a:solidFill>
            <a:srgbClr val="F4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AF3EC"/>
              </a:solidFill>
            </a:endParaRPr>
          </a:p>
        </p:txBody>
      </p:sp>
      <p:sp>
        <p:nvSpPr>
          <p:cNvPr id="15" name="Flowchart: Delay 14">
            <a:extLst>
              <a:ext uri="{FF2B5EF4-FFF2-40B4-BE49-F238E27FC236}">
                <a16:creationId xmlns:a16="http://schemas.microsoft.com/office/drawing/2014/main" id="{DD90D8F7-CA2A-1414-A0AB-57926C981A93}"/>
              </a:ext>
            </a:extLst>
          </p:cNvPr>
          <p:cNvSpPr/>
          <p:nvPr/>
        </p:nvSpPr>
        <p:spPr>
          <a:xfrm rot="5400000" flipV="1">
            <a:off x="7238916" y="3319564"/>
            <a:ext cx="2246768" cy="2056258"/>
          </a:xfrm>
          <a:prstGeom prst="flowChartDelay">
            <a:avLst/>
          </a:prstGeom>
          <a:solidFill>
            <a:srgbClr val="F4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AF3E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6FCB96-6AF6-477D-3B46-1308FD101A54}"/>
              </a:ext>
            </a:extLst>
          </p:cNvPr>
          <p:cNvSpPr txBox="1"/>
          <p:nvPr/>
        </p:nvSpPr>
        <p:spPr>
          <a:xfrm>
            <a:off x="5113841" y="3180451"/>
            <a:ext cx="21016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Naive Bayes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adalah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algoritma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klasifikasi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probabilistik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berdasarkan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teorema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Bayes. Naive Bayes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digunakan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untuk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mengklasifikasikan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teks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menjadi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pPr algn="ctr"/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kategori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0AE185-37D6-50BF-05F1-25C93B2BEA72}"/>
              </a:ext>
            </a:extLst>
          </p:cNvPr>
          <p:cNvSpPr txBox="1"/>
          <p:nvPr/>
        </p:nvSpPr>
        <p:spPr>
          <a:xfrm>
            <a:off x="7341942" y="3454599"/>
            <a:ext cx="210167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SVM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adalah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algoritma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klasifikasi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bertujuan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untuk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menemukan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batas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keputusan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optimal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antara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kategori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400" dirty="0" err="1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berbeda</a:t>
            </a:r>
            <a:r>
              <a:rPr lang="en-US" sz="1400" dirty="0">
                <a:solidFill>
                  <a:srgbClr val="5B3A1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DBE6D152-A47C-B56D-E243-A5795180C090}"/>
              </a:ext>
            </a:extLst>
          </p:cNvPr>
          <p:cNvSpPr/>
          <p:nvPr/>
        </p:nvSpPr>
        <p:spPr>
          <a:xfrm>
            <a:off x="-516942" y="3115249"/>
            <a:ext cx="1771219" cy="725331"/>
          </a:xfrm>
          <a:prstGeom prst="roundRect">
            <a:avLst>
              <a:gd name="adj" fmla="val 33334"/>
            </a:avLst>
          </a:prstGeom>
          <a:solidFill>
            <a:srgbClr val="5B3A11"/>
          </a:solidFill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TextBox 90">
            <a:hlinkClick r:id="rId7" action="ppaction://hlinksldjump"/>
            <a:extLst>
              <a:ext uri="{FF2B5EF4-FFF2-40B4-BE49-F238E27FC236}">
                <a16:creationId xmlns:a16="http://schemas.microsoft.com/office/drawing/2014/main" id="{E6A2B663-4346-D2D1-4E04-EE01A1A2AA43}"/>
              </a:ext>
            </a:extLst>
          </p:cNvPr>
          <p:cNvSpPr txBox="1"/>
          <p:nvPr/>
        </p:nvSpPr>
        <p:spPr>
          <a:xfrm>
            <a:off x="-255966" y="3174120"/>
            <a:ext cx="163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Kajian </a:t>
            </a:r>
          </a:p>
          <a:p>
            <a:pPr algn="ctr"/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Teori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730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20" grpId="0"/>
      <p:bldP spid="94" grpId="0"/>
      <p:bldP spid="104" grpId="0"/>
      <p:bldP spid="3" grpId="0" animBg="1"/>
      <p:bldP spid="19" grpId="0"/>
      <p:bldP spid="11" grpId="0" animBg="1"/>
      <p:bldP spid="15" grpId="0" animBg="1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B969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C3B7844-A2B5-47C0-BAB3-3540966179C6}"/>
              </a:ext>
            </a:extLst>
          </p:cNvPr>
          <p:cNvGrpSpPr/>
          <p:nvPr/>
        </p:nvGrpSpPr>
        <p:grpSpPr>
          <a:xfrm>
            <a:off x="-539242" y="2561875"/>
            <a:ext cx="1923297" cy="1583932"/>
            <a:chOff x="-525229" y="1548210"/>
            <a:chExt cx="1923297" cy="1583932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158E35B-3B61-4A7E-9CA3-59263A4AE110}"/>
                </a:ext>
              </a:extLst>
            </p:cNvPr>
            <p:cNvGrpSpPr/>
            <p:nvPr/>
          </p:nvGrpSpPr>
          <p:grpSpPr>
            <a:xfrm>
              <a:off x="-511538" y="1548210"/>
              <a:ext cx="1895588" cy="725331"/>
              <a:chOff x="-511538" y="1880722"/>
              <a:chExt cx="1895588" cy="725331"/>
            </a:xfrm>
          </p:grpSpPr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21070B03-CD05-495B-AC50-13235B0EDE15}"/>
                  </a:ext>
                </a:extLst>
              </p:cNvPr>
              <p:cNvSpPr/>
              <p:nvPr/>
            </p:nvSpPr>
            <p:spPr>
              <a:xfrm>
                <a:off x="-511538" y="1880722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AB4F51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F1DBAD9-9122-4F57-8B42-85039C8C2D9B}"/>
                  </a:ext>
                </a:extLst>
              </p:cNvPr>
              <p:cNvSpPr txBox="1"/>
              <p:nvPr/>
            </p:nvSpPr>
            <p:spPr>
              <a:xfrm>
                <a:off x="-250562" y="1939593"/>
                <a:ext cx="16346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Metode</a:t>
                </a:r>
                <a:endPara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r>
                  <a:rPr lang="en-US" sz="1600" dirty="0" err="1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Penelitian</a:t>
                </a:r>
                <a:endPara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D9FE9C8-A7E8-49CB-A825-1D8E84CE984C}"/>
                </a:ext>
              </a:extLst>
            </p:cNvPr>
            <p:cNvGrpSpPr/>
            <p:nvPr/>
          </p:nvGrpSpPr>
          <p:grpSpPr>
            <a:xfrm>
              <a:off x="-525229" y="2406811"/>
              <a:ext cx="1923297" cy="725331"/>
              <a:chOff x="-525229" y="2739323"/>
              <a:chExt cx="1923297" cy="725331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32C4FBDF-9961-40C6-A3E7-DA037404A2FB}"/>
                  </a:ext>
                </a:extLst>
              </p:cNvPr>
              <p:cNvSpPr/>
              <p:nvPr/>
            </p:nvSpPr>
            <p:spPr>
              <a:xfrm>
                <a:off x="-525229" y="2739323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BD6F71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5F14BA6-B6A6-4A81-A8E1-939AB983C341}"/>
                  </a:ext>
                </a:extLst>
              </p:cNvPr>
              <p:cNvSpPr txBox="1"/>
              <p:nvPr/>
            </p:nvSpPr>
            <p:spPr>
              <a:xfrm>
                <a:off x="-236544" y="2825903"/>
                <a:ext cx="16346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Populasi</a:t>
                </a:r>
                <a:endPara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dan </a:t>
                </a:r>
                <a:r>
                  <a:rPr lang="en-US" sz="1600" dirty="0" err="1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sampel</a:t>
                </a:r>
                <a:endPara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</p:txBody>
          </p:sp>
        </p:grp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C06BFF4E-01BA-4601-9193-E541F26C46A8}"/>
              </a:ext>
            </a:extLst>
          </p:cNvPr>
          <p:cNvSpPr txBox="1"/>
          <p:nvPr/>
        </p:nvSpPr>
        <p:spPr>
          <a:xfrm>
            <a:off x="3991851" y="1504309"/>
            <a:ext cx="4116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METODE PENELITIAN</a:t>
            </a:r>
          </a:p>
        </p:txBody>
      </p:sp>
      <p:sp>
        <p:nvSpPr>
          <p:cNvPr id="107" name="Rectangle: Rounded Corners 106">
            <a:hlinkClick r:id="rId2" action="ppaction://hlinksldjump"/>
            <a:extLst>
              <a:ext uri="{FF2B5EF4-FFF2-40B4-BE49-F238E27FC236}">
                <a16:creationId xmlns:a16="http://schemas.microsoft.com/office/drawing/2014/main" id="{7EC1F250-7754-4877-A4CA-4C6523B43376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109" name="Rectangle: Rounded Corners 108">
            <a:hlinkClick r:id="rId3" action="ppaction://hlinksldjump"/>
            <a:extLst>
              <a:ext uri="{FF2B5EF4-FFF2-40B4-BE49-F238E27FC236}">
                <a16:creationId xmlns:a16="http://schemas.microsoft.com/office/drawing/2014/main" id="{3F349249-CA02-4011-839E-02A7F9F863B9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0" name="Rectangle: Rounded Corners 109">
            <a:hlinkClick r:id="rId4" action="ppaction://hlinksldjump"/>
            <a:extLst>
              <a:ext uri="{FF2B5EF4-FFF2-40B4-BE49-F238E27FC236}">
                <a16:creationId xmlns:a16="http://schemas.microsoft.com/office/drawing/2014/main" id="{835BF6FF-9370-42CC-9D9A-93999BAA8561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1" name="Rectangle: Rounded Corners 110">
            <a:hlinkClick r:id="rId5" action="ppaction://hlinksldjump"/>
            <a:extLst>
              <a:ext uri="{FF2B5EF4-FFF2-40B4-BE49-F238E27FC236}">
                <a16:creationId xmlns:a16="http://schemas.microsoft.com/office/drawing/2014/main" id="{F5612197-B09C-49DE-86FC-8045F901D2B7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2" name="Rectangle: Rounded Corners 111">
            <a:hlinkClick r:id="rId6" action="ppaction://hlinksldjump"/>
            <a:extLst>
              <a:ext uri="{FF2B5EF4-FFF2-40B4-BE49-F238E27FC236}">
                <a16:creationId xmlns:a16="http://schemas.microsoft.com/office/drawing/2014/main" id="{7D997A6F-A590-41E4-920D-29F3F419D665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3" name="Rectangle: Rounded Corners 112">
            <a:hlinkClick r:id="rId7" action="ppaction://hlinksldjump"/>
            <a:extLst>
              <a:ext uri="{FF2B5EF4-FFF2-40B4-BE49-F238E27FC236}">
                <a16:creationId xmlns:a16="http://schemas.microsoft.com/office/drawing/2014/main" id="{117004F6-6802-46EE-8952-0B5C97B7D5A6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8A91F9-C70A-F82D-C319-9AE6135AB3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5C172D-0782-0128-CD37-341CC372881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33"/>
          <a:stretch/>
        </p:blipFill>
        <p:spPr>
          <a:xfrm>
            <a:off x="8422749" y="3090093"/>
            <a:ext cx="2990787" cy="22231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99196B-D0E6-B330-9DD7-1DF1D4B4111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33"/>
          <a:stretch/>
        </p:blipFill>
        <p:spPr>
          <a:xfrm flipH="1">
            <a:off x="654259" y="3200700"/>
            <a:ext cx="2990787" cy="22231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1CEDF9C-BCA0-0694-3327-573DDF35A4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3951" y="1906396"/>
            <a:ext cx="6537556" cy="407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8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B969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C3B7844-A2B5-47C0-BAB3-3540966179C6}"/>
              </a:ext>
            </a:extLst>
          </p:cNvPr>
          <p:cNvGrpSpPr/>
          <p:nvPr/>
        </p:nvGrpSpPr>
        <p:grpSpPr>
          <a:xfrm>
            <a:off x="-539242" y="2561875"/>
            <a:ext cx="1923297" cy="1583932"/>
            <a:chOff x="-525229" y="1548210"/>
            <a:chExt cx="1923297" cy="1583932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158E35B-3B61-4A7E-9CA3-59263A4AE110}"/>
                </a:ext>
              </a:extLst>
            </p:cNvPr>
            <p:cNvGrpSpPr/>
            <p:nvPr/>
          </p:nvGrpSpPr>
          <p:grpSpPr>
            <a:xfrm>
              <a:off x="-511538" y="1548210"/>
              <a:ext cx="1895588" cy="725331"/>
              <a:chOff x="-511538" y="1880722"/>
              <a:chExt cx="1895588" cy="725331"/>
            </a:xfrm>
          </p:grpSpPr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21070B03-CD05-495B-AC50-13235B0EDE15}"/>
                  </a:ext>
                </a:extLst>
              </p:cNvPr>
              <p:cNvSpPr/>
              <p:nvPr/>
            </p:nvSpPr>
            <p:spPr>
              <a:xfrm>
                <a:off x="-511538" y="1880722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BD6F71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TextBox 88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9F1DBAD9-9122-4F57-8B42-85039C8C2D9B}"/>
                  </a:ext>
                </a:extLst>
              </p:cNvPr>
              <p:cNvSpPr txBox="1"/>
              <p:nvPr/>
            </p:nvSpPr>
            <p:spPr>
              <a:xfrm>
                <a:off x="-250562" y="1939593"/>
                <a:ext cx="16346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Metode</a:t>
                </a:r>
                <a:endPara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r>
                  <a:rPr lang="en-US" sz="1600" dirty="0" err="1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Penelitian</a:t>
                </a:r>
                <a:endPara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D9FE9C8-A7E8-49CB-A825-1D8E84CE984C}"/>
                </a:ext>
              </a:extLst>
            </p:cNvPr>
            <p:cNvGrpSpPr/>
            <p:nvPr/>
          </p:nvGrpSpPr>
          <p:grpSpPr>
            <a:xfrm>
              <a:off x="-525229" y="2406811"/>
              <a:ext cx="1923297" cy="725331"/>
              <a:chOff x="-525229" y="2739323"/>
              <a:chExt cx="1923297" cy="725331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32C4FBDF-9961-40C6-A3E7-DA037404A2FB}"/>
                  </a:ext>
                </a:extLst>
              </p:cNvPr>
              <p:cNvSpPr/>
              <p:nvPr/>
            </p:nvSpPr>
            <p:spPr>
              <a:xfrm>
                <a:off x="-525229" y="2739323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AB4F51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5F14BA6-B6A6-4A81-A8E1-939AB983C341}"/>
                  </a:ext>
                </a:extLst>
              </p:cNvPr>
              <p:cNvSpPr txBox="1"/>
              <p:nvPr/>
            </p:nvSpPr>
            <p:spPr>
              <a:xfrm>
                <a:off x="-236544" y="2825903"/>
                <a:ext cx="16346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Populasi</a:t>
                </a:r>
                <a:endPara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dan </a:t>
                </a:r>
                <a:r>
                  <a:rPr lang="en-US" sz="1600" dirty="0" err="1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sampel</a:t>
                </a:r>
                <a:endPara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</p:txBody>
          </p:sp>
        </p:grp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ABC6345D-639E-4C2A-AAA7-F43F3F7F4DA7}"/>
              </a:ext>
            </a:extLst>
          </p:cNvPr>
          <p:cNvSpPr txBox="1"/>
          <p:nvPr/>
        </p:nvSpPr>
        <p:spPr>
          <a:xfrm>
            <a:off x="3441413" y="2112235"/>
            <a:ext cx="1120475" cy="369332"/>
          </a:xfrm>
          <a:prstGeom prst="rect">
            <a:avLst/>
          </a:prstGeom>
          <a:solidFill>
            <a:srgbClr val="44546A"/>
          </a:solidFill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err="1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Populasi</a:t>
            </a:r>
            <a:endParaRPr lang="en-US" dirty="0">
              <a:solidFill>
                <a:srgbClr val="FEEEEC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A163F99-B4A0-40A4-9BC6-47BA1A676681}"/>
              </a:ext>
            </a:extLst>
          </p:cNvPr>
          <p:cNvSpPr txBox="1"/>
          <p:nvPr/>
        </p:nvSpPr>
        <p:spPr>
          <a:xfrm>
            <a:off x="7636777" y="2100432"/>
            <a:ext cx="994696" cy="369332"/>
          </a:xfrm>
          <a:prstGeom prst="rect">
            <a:avLst/>
          </a:prstGeom>
          <a:solidFill>
            <a:srgbClr val="44546A"/>
          </a:solidFill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err="1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Sampel</a:t>
            </a:r>
            <a:endParaRPr lang="en-US" dirty="0">
              <a:solidFill>
                <a:srgbClr val="FEEEEC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E78D63F-B3EA-4435-A51F-71EECFAD1A55}"/>
              </a:ext>
            </a:extLst>
          </p:cNvPr>
          <p:cNvSpPr txBox="1"/>
          <p:nvPr/>
        </p:nvSpPr>
        <p:spPr>
          <a:xfrm>
            <a:off x="2617956" y="1618050"/>
            <a:ext cx="6785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POPULASI DAN SAMPEL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F205C8C-8211-402A-9E63-BA3665D766EC}"/>
              </a:ext>
            </a:extLst>
          </p:cNvPr>
          <p:cNvSpPr txBox="1"/>
          <p:nvPr/>
        </p:nvSpPr>
        <p:spPr>
          <a:xfrm>
            <a:off x="2236829" y="2724021"/>
            <a:ext cx="34240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1600"/>
              </a:spcAft>
            </a:pPr>
            <a:r>
              <a:rPr lang="en-US" b="1" dirty="0" err="1"/>
              <a:t>Seluruh</a:t>
            </a:r>
            <a:r>
              <a:rPr lang="en-US" b="1" dirty="0"/>
              <a:t> </a:t>
            </a:r>
            <a:r>
              <a:rPr lang="en-US" b="1" dirty="0" err="1"/>
              <a:t>pengguna</a:t>
            </a:r>
            <a:r>
              <a:rPr lang="en-US" b="1" dirty="0"/>
              <a:t> media </a:t>
            </a:r>
            <a:r>
              <a:rPr lang="en-US" b="1" dirty="0" err="1"/>
              <a:t>sosial</a:t>
            </a:r>
            <a:r>
              <a:rPr lang="en-US" b="1" dirty="0"/>
              <a:t> Twitter yang </a:t>
            </a:r>
            <a:r>
              <a:rPr lang="en-US" b="1" dirty="0" err="1"/>
              <a:t>secara</a:t>
            </a:r>
            <a:r>
              <a:rPr lang="en-US" b="1" dirty="0"/>
              <a:t> </a:t>
            </a:r>
            <a:r>
              <a:rPr lang="en-US" b="1" dirty="0" err="1"/>
              <a:t>aktif</a:t>
            </a:r>
            <a:r>
              <a:rPr lang="en-US" b="1" dirty="0"/>
              <a:t> </a:t>
            </a:r>
            <a:r>
              <a:rPr lang="en-US" b="1" dirty="0" err="1"/>
              <a:t>membicarakan</a:t>
            </a:r>
            <a:r>
              <a:rPr lang="en-US" b="1" dirty="0"/>
              <a:t> </a:t>
            </a:r>
            <a:r>
              <a:rPr lang="en-US" b="1" dirty="0" err="1"/>
              <a:t>atau</a:t>
            </a:r>
            <a:r>
              <a:rPr lang="en-US" b="1" dirty="0"/>
              <a:t> </a:t>
            </a:r>
            <a:r>
              <a:rPr lang="en-US" b="1" dirty="0" err="1"/>
              <a:t>mencuitkan</a:t>
            </a:r>
            <a:r>
              <a:rPr lang="en-US" b="1" dirty="0"/>
              <a:t> </a:t>
            </a:r>
            <a:r>
              <a:rPr lang="en-US" b="1" dirty="0" err="1"/>
              <a:t>terkait</a:t>
            </a:r>
            <a:r>
              <a:rPr lang="en-US" b="1" dirty="0"/>
              <a:t> </a:t>
            </a:r>
            <a:r>
              <a:rPr lang="en-US" b="1" dirty="0" err="1"/>
              <a:t>popularitas</a:t>
            </a:r>
            <a:r>
              <a:rPr lang="en-US" b="1" dirty="0"/>
              <a:t> </a:t>
            </a:r>
            <a:r>
              <a:rPr lang="en-US" b="1" dirty="0" err="1"/>
              <a:t>calon</a:t>
            </a:r>
            <a:r>
              <a:rPr lang="en-US" b="1" dirty="0"/>
              <a:t> </a:t>
            </a:r>
            <a:r>
              <a:rPr lang="en-US" b="1" dirty="0" err="1"/>
              <a:t>presiden</a:t>
            </a:r>
            <a:r>
              <a:rPr lang="en-US" b="1" dirty="0"/>
              <a:t> pada </a:t>
            </a:r>
            <a:r>
              <a:rPr lang="en-US" b="1" dirty="0" err="1"/>
              <a:t>pemilihan</a:t>
            </a:r>
            <a:r>
              <a:rPr lang="en-US" b="1" dirty="0"/>
              <a:t> </a:t>
            </a:r>
            <a:r>
              <a:rPr lang="en-US" b="1" dirty="0" err="1"/>
              <a:t>presiden</a:t>
            </a:r>
            <a:r>
              <a:rPr lang="en-US" b="1" dirty="0"/>
              <a:t> 2024 di Indonesia.</a:t>
            </a:r>
            <a:endParaRPr lang="en-US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AE47599-FEC2-49F4-A67E-ADCAD871112B}"/>
              </a:ext>
            </a:extLst>
          </p:cNvPr>
          <p:cNvCxnSpPr>
            <a:cxnSpLocks/>
          </p:cNvCxnSpPr>
          <p:nvPr/>
        </p:nvCxnSpPr>
        <p:spPr>
          <a:xfrm flipH="1">
            <a:off x="6002742" y="2335673"/>
            <a:ext cx="14218" cy="2735088"/>
          </a:xfrm>
          <a:prstGeom prst="line">
            <a:avLst/>
          </a:prstGeom>
          <a:ln w="19050">
            <a:solidFill>
              <a:srgbClr val="FEEEE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93">
            <a:hlinkClick r:id="rId3" action="ppaction://hlinksldjump"/>
            <a:extLst>
              <a:ext uri="{FF2B5EF4-FFF2-40B4-BE49-F238E27FC236}">
                <a16:creationId xmlns:a16="http://schemas.microsoft.com/office/drawing/2014/main" id="{E5A2AB88-9D01-4D6E-9F6C-D3D4347B20CD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95" name="Rectangle: Rounded Corners 94">
            <a:hlinkClick r:id="rId4" action="ppaction://hlinksldjump"/>
            <a:extLst>
              <a:ext uri="{FF2B5EF4-FFF2-40B4-BE49-F238E27FC236}">
                <a16:creationId xmlns:a16="http://schemas.microsoft.com/office/drawing/2014/main" id="{0721E65B-9A83-43E8-911E-A1727D7D1628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6" name="Rectangle: Rounded Corners 95">
            <a:hlinkClick r:id="rId5" action="ppaction://hlinksldjump"/>
            <a:extLst>
              <a:ext uri="{FF2B5EF4-FFF2-40B4-BE49-F238E27FC236}">
                <a16:creationId xmlns:a16="http://schemas.microsoft.com/office/drawing/2014/main" id="{8C726255-C8CD-4D39-A578-609E2F4265B0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7" name="Rectangle: Rounded Corners 96">
            <a:hlinkClick r:id="rId2" action="ppaction://hlinksldjump"/>
            <a:extLst>
              <a:ext uri="{FF2B5EF4-FFF2-40B4-BE49-F238E27FC236}">
                <a16:creationId xmlns:a16="http://schemas.microsoft.com/office/drawing/2014/main" id="{FF156DF2-4B05-447F-9586-20E8E5788B83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8" name="Rectangle: Rounded Corners 97">
            <a:hlinkClick r:id="rId6" action="ppaction://hlinksldjump"/>
            <a:extLst>
              <a:ext uri="{FF2B5EF4-FFF2-40B4-BE49-F238E27FC236}">
                <a16:creationId xmlns:a16="http://schemas.microsoft.com/office/drawing/2014/main" id="{596EDD9F-233A-43E4-BC01-D9783658B662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9" name="Rectangle: Rounded Corners 98">
            <a:hlinkClick r:id="rId7" action="ppaction://hlinksldjump"/>
            <a:extLst>
              <a:ext uri="{FF2B5EF4-FFF2-40B4-BE49-F238E27FC236}">
                <a16:creationId xmlns:a16="http://schemas.microsoft.com/office/drawing/2014/main" id="{B5F78D60-9D80-44BC-B91F-B3D1D97EC54D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347B81-CBCD-81BD-AF95-9C4CEEC276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3019E2-E0D7-B8B0-71E1-CC29573F41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9452" y="2612084"/>
            <a:ext cx="3637758" cy="2430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05F24D-1E54-CB9D-BB07-618B4D7527F8}"/>
              </a:ext>
            </a:extLst>
          </p:cNvPr>
          <p:cNvSpPr txBox="1"/>
          <p:nvPr/>
        </p:nvSpPr>
        <p:spPr>
          <a:xfrm>
            <a:off x="5922828" y="5008820"/>
            <a:ext cx="4979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1600"/>
              </a:spcAft>
            </a:pPr>
            <a:r>
              <a:rPr lang="en-US" b="1" dirty="0" err="1"/>
              <a:t>mengambil</a:t>
            </a:r>
            <a:r>
              <a:rPr lang="en-US" b="1" dirty="0"/>
              <a:t> </a:t>
            </a:r>
            <a:r>
              <a:rPr lang="en-US" b="1" dirty="0" err="1"/>
              <a:t>sampel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sosial</a:t>
            </a:r>
            <a:r>
              <a:rPr lang="en-US" b="1" dirty="0"/>
              <a:t> media Twitter yang </a:t>
            </a:r>
            <a:r>
              <a:rPr lang="en-US" b="1" dirty="0" err="1"/>
              <a:t>mengandung</a:t>
            </a:r>
            <a:r>
              <a:rPr lang="en-US" b="1" dirty="0"/>
              <a:t> kata </a:t>
            </a:r>
            <a:r>
              <a:rPr lang="en-US" b="1" dirty="0" err="1"/>
              <a:t>kunci</a:t>
            </a:r>
            <a:r>
              <a:rPr lang="en-US" b="1" dirty="0"/>
              <a:t> "</a:t>
            </a:r>
            <a:r>
              <a:rPr lang="en-US" b="1" dirty="0" err="1"/>
              <a:t>calon</a:t>
            </a:r>
            <a:r>
              <a:rPr lang="en-US" b="1" dirty="0"/>
              <a:t> </a:t>
            </a:r>
            <a:r>
              <a:rPr lang="en-US" b="1" dirty="0" err="1"/>
              <a:t>presiden</a:t>
            </a:r>
            <a:r>
              <a:rPr lang="en-US" b="1" dirty="0"/>
              <a:t>, </a:t>
            </a:r>
            <a:r>
              <a:rPr lang="en-US" b="1" dirty="0" err="1"/>
              <a:t>capres</a:t>
            </a:r>
            <a:r>
              <a:rPr lang="en-US" b="1" dirty="0"/>
              <a:t> 2024, #capres_2024"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72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  <p:bldP spid="145" grpId="0" animBg="1"/>
      <p:bldP spid="146" grpId="0"/>
      <p:bldP spid="147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A5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C3B7844-A2B5-47C0-BAB3-3540966179C6}"/>
              </a:ext>
            </a:extLst>
          </p:cNvPr>
          <p:cNvGrpSpPr/>
          <p:nvPr/>
        </p:nvGrpSpPr>
        <p:grpSpPr>
          <a:xfrm>
            <a:off x="-144342" y="1995018"/>
            <a:ext cx="1895751" cy="3260313"/>
            <a:chOff x="-511538" y="1548210"/>
            <a:chExt cx="1895751" cy="3260313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32C4FBDF-9961-40C6-A3E7-DA037404A2FB}"/>
                </a:ext>
              </a:extLst>
            </p:cNvPr>
            <p:cNvSpPr/>
            <p:nvPr/>
          </p:nvSpPr>
          <p:spPr>
            <a:xfrm>
              <a:off x="-457255" y="2408755"/>
              <a:ext cx="1771219" cy="725331"/>
            </a:xfrm>
            <a:prstGeom prst="roundRect">
              <a:avLst>
                <a:gd name="adj" fmla="val 33334"/>
              </a:avLst>
            </a:prstGeom>
            <a:solidFill>
              <a:srgbClr val="407180"/>
            </a:solidFill>
            <a:ln w="76200">
              <a:solidFill>
                <a:srgbClr val="EBCD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158E35B-3B61-4A7E-9CA3-59263A4AE110}"/>
                </a:ext>
              </a:extLst>
            </p:cNvPr>
            <p:cNvGrpSpPr/>
            <p:nvPr/>
          </p:nvGrpSpPr>
          <p:grpSpPr>
            <a:xfrm>
              <a:off x="-511538" y="1548210"/>
              <a:ext cx="1895751" cy="725331"/>
              <a:chOff x="-511538" y="1880722"/>
              <a:chExt cx="1895751" cy="725331"/>
            </a:xfrm>
          </p:grpSpPr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21070B03-CD05-495B-AC50-13235B0EDE15}"/>
                  </a:ext>
                </a:extLst>
              </p:cNvPr>
              <p:cNvSpPr/>
              <p:nvPr/>
            </p:nvSpPr>
            <p:spPr>
              <a:xfrm>
                <a:off x="-511538" y="1880722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2A4A54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TextBox 88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9F1DBAD9-9122-4F57-8B42-85039C8C2D9B}"/>
                  </a:ext>
                </a:extLst>
              </p:cNvPr>
              <p:cNvSpPr txBox="1"/>
              <p:nvPr/>
            </p:nvSpPr>
            <p:spPr>
              <a:xfrm>
                <a:off x="-250399" y="2063900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Hasil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CD57A415-4C84-4563-A90F-DD23026F7731}"/>
                </a:ext>
              </a:extLst>
            </p:cNvPr>
            <p:cNvGrpSpPr/>
            <p:nvPr/>
          </p:nvGrpSpPr>
          <p:grpSpPr>
            <a:xfrm>
              <a:off x="-497331" y="3254384"/>
              <a:ext cx="1797654" cy="1554139"/>
              <a:chOff x="-497331" y="3586896"/>
              <a:chExt cx="1797654" cy="1554139"/>
            </a:xfrm>
          </p:grpSpPr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3AA966DF-058B-4153-94F7-B579125D5312}"/>
                  </a:ext>
                </a:extLst>
              </p:cNvPr>
              <p:cNvSpPr/>
              <p:nvPr/>
            </p:nvSpPr>
            <p:spPr>
              <a:xfrm>
                <a:off x="-497331" y="3586896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0960E916-A5F7-473B-B76F-6F098B31E8A9}"/>
                  </a:ext>
                </a:extLst>
              </p:cNvPr>
              <p:cNvSpPr/>
              <p:nvPr/>
            </p:nvSpPr>
            <p:spPr>
              <a:xfrm>
                <a:off x="-470896" y="4415704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3D97A4B2-BFD0-47AE-8BC5-22BDB467C8DB}"/>
              </a:ext>
            </a:extLst>
          </p:cNvPr>
          <p:cNvSpPr txBox="1"/>
          <p:nvPr/>
        </p:nvSpPr>
        <p:spPr>
          <a:xfrm>
            <a:off x="2663988" y="1512163"/>
            <a:ext cx="6785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HASIL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40C9B70-32A4-4C2D-9B10-ECEA77912635}"/>
              </a:ext>
            </a:extLst>
          </p:cNvPr>
          <p:cNvSpPr/>
          <p:nvPr/>
        </p:nvSpPr>
        <p:spPr>
          <a:xfrm>
            <a:off x="2419077" y="2141475"/>
            <a:ext cx="7309545" cy="3370441"/>
          </a:xfrm>
          <a:prstGeom prst="roundRect">
            <a:avLst>
              <a:gd name="adj" fmla="val 11861"/>
            </a:avLst>
          </a:prstGeom>
          <a:solidFill>
            <a:srgbClr val="F4E4D4"/>
          </a:solidFill>
          <a:ln>
            <a:noFill/>
          </a:ln>
          <a:effectLst>
            <a:outerShdw blurRad="317500" dist="139700" dir="15000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FC969C4-99B9-4EC9-AE58-E35BF82CBA00}"/>
              </a:ext>
            </a:extLst>
          </p:cNvPr>
          <p:cNvSpPr txBox="1"/>
          <p:nvPr/>
        </p:nvSpPr>
        <p:spPr>
          <a:xfrm>
            <a:off x="3098286" y="3215396"/>
            <a:ext cx="59487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Hasil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riset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menampilkan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kalau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tingkatan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akurasi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SVM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meraih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97%,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sementara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itu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Naive Bayes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meraih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95%. Oleh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karna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itu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SVM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mempunyai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kinerja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sedikit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lebih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unggul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dalam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memprediksi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popularitas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calon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presiden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bersumber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pada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informasi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Twitter.</a:t>
            </a:r>
            <a:endParaRPr lang="en-US" dirty="0">
              <a:solidFill>
                <a:srgbClr val="AD6534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A4DAF-9F22-4E2B-B4DD-E45848189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632" y="2979467"/>
            <a:ext cx="3237619" cy="3237619"/>
          </a:xfrm>
          <a:prstGeom prst="rect">
            <a:avLst/>
          </a:prstGeom>
        </p:spPr>
      </p:pic>
      <p:sp>
        <p:nvSpPr>
          <p:cNvPr id="111" name="Rectangle: Rounded Corners 110">
            <a:hlinkClick r:id="rId4" action="ppaction://hlinksldjump"/>
            <a:extLst>
              <a:ext uri="{FF2B5EF4-FFF2-40B4-BE49-F238E27FC236}">
                <a16:creationId xmlns:a16="http://schemas.microsoft.com/office/drawing/2014/main" id="{ED52A093-68F0-4849-B7AA-0D727F53BF04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112" name="Rectangle: Rounded Corners 111">
            <a:hlinkClick r:id="rId5" action="ppaction://hlinksldjump"/>
            <a:extLst>
              <a:ext uri="{FF2B5EF4-FFF2-40B4-BE49-F238E27FC236}">
                <a16:creationId xmlns:a16="http://schemas.microsoft.com/office/drawing/2014/main" id="{5CAC3BD3-92C6-4672-B9EA-F685066B241D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3" name="Rectangle: Rounded Corners 112">
            <a:hlinkClick r:id="rId6" action="ppaction://hlinksldjump"/>
            <a:extLst>
              <a:ext uri="{FF2B5EF4-FFF2-40B4-BE49-F238E27FC236}">
                <a16:creationId xmlns:a16="http://schemas.microsoft.com/office/drawing/2014/main" id="{658C5290-ACD8-4D87-B185-EE7621616716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4" name="Rectangle: Rounded Corners 113">
            <a:hlinkClick r:id="rId7" action="ppaction://hlinksldjump"/>
            <a:extLst>
              <a:ext uri="{FF2B5EF4-FFF2-40B4-BE49-F238E27FC236}">
                <a16:creationId xmlns:a16="http://schemas.microsoft.com/office/drawing/2014/main" id="{B6102BA5-FE57-4297-B840-764908AE2602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5" name="Rectangle: Rounded Corners 114">
            <a:hlinkClick r:id="rId2" action="ppaction://hlinksldjump"/>
            <a:extLst>
              <a:ext uri="{FF2B5EF4-FFF2-40B4-BE49-F238E27FC236}">
                <a16:creationId xmlns:a16="http://schemas.microsoft.com/office/drawing/2014/main" id="{60E15668-59DE-4CFE-BC1C-AFAFF69D4D0A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6" name="Rectangle: Rounded Corners 115">
            <a:hlinkClick r:id="rId8" action="ppaction://hlinksldjump"/>
            <a:extLst>
              <a:ext uri="{FF2B5EF4-FFF2-40B4-BE49-F238E27FC236}">
                <a16:creationId xmlns:a16="http://schemas.microsoft.com/office/drawing/2014/main" id="{4E8B3F3E-6C2C-4974-8F81-2ADB9B87FF86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1397B5-271C-0165-EF06-D5DB4D2F98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sp>
        <p:nvSpPr>
          <p:cNvPr id="3" name="TextBox 2">
            <a:hlinkClick r:id="rId10" action="ppaction://hlinksldjump"/>
            <a:extLst>
              <a:ext uri="{FF2B5EF4-FFF2-40B4-BE49-F238E27FC236}">
                <a16:creationId xmlns:a16="http://schemas.microsoft.com/office/drawing/2014/main" id="{46BF0F8B-013B-5DBB-1D67-E6D6863CFDD5}"/>
              </a:ext>
            </a:extLst>
          </p:cNvPr>
          <p:cNvSpPr txBox="1"/>
          <p:nvPr/>
        </p:nvSpPr>
        <p:spPr>
          <a:xfrm>
            <a:off x="24357" y="3886564"/>
            <a:ext cx="163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Labeling</a:t>
            </a:r>
          </a:p>
        </p:txBody>
      </p:sp>
      <p:sp>
        <p:nvSpPr>
          <p:cNvPr id="13" name="TextBox 12">
            <a:hlinkClick r:id="rId11" action="ppaction://hlinksldjump"/>
            <a:extLst>
              <a:ext uri="{FF2B5EF4-FFF2-40B4-BE49-F238E27FC236}">
                <a16:creationId xmlns:a16="http://schemas.microsoft.com/office/drawing/2014/main" id="{99D4737B-735A-0D62-C5B6-34DD7CCAACBD}"/>
              </a:ext>
            </a:extLst>
          </p:cNvPr>
          <p:cNvSpPr txBox="1"/>
          <p:nvPr/>
        </p:nvSpPr>
        <p:spPr>
          <a:xfrm>
            <a:off x="17435" y="3041357"/>
            <a:ext cx="163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Pre-Processing</a:t>
            </a:r>
          </a:p>
        </p:txBody>
      </p:sp>
      <p:sp>
        <p:nvSpPr>
          <p:cNvPr id="15" name="TextBox 14">
            <a:hlinkClick r:id="rId12" action="ppaction://hlinksldjump"/>
            <a:extLst>
              <a:ext uri="{FF2B5EF4-FFF2-40B4-BE49-F238E27FC236}">
                <a16:creationId xmlns:a16="http://schemas.microsoft.com/office/drawing/2014/main" id="{3F7DE246-BD97-74FE-D788-1A59E6CC05C8}"/>
              </a:ext>
            </a:extLst>
          </p:cNvPr>
          <p:cNvSpPr txBox="1"/>
          <p:nvPr/>
        </p:nvSpPr>
        <p:spPr>
          <a:xfrm>
            <a:off x="-129298" y="4723388"/>
            <a:ext cx="1849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Visualisasi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7972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95" grpId="0" animBg="1"/>
      <p:bldP spid="9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A5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Rectangle: Rounded Corners 74">
            <a:hlinkClick r:id="rId2" action="ppaction://hlinksldjump"/>
            <a:extLst>
              <a:ext uri="{FF2B5EF4-FFF2-40B4-BE49-F238E27FC236}">
                <a16:creationId xmlns:a16="http://schemas.microsoft.com/office/drawing/2014/main" id="{01CAA8E5-07EF-4C62-BE8F-E0C07B05F45D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78" name="Rectangle: Rounded Corners 77">
            <a:hlinkClick r:id="rId3" action="ppaction://hlinksldjump"/>
            <a:extLst>
              <a:ext uri="{FF2B5EF4-FFF2-40B4-BE49-F238E27FC236}">
                <a16:creationId xmlns:a16="http://schemas.microsoft.com/office/drawing/2014/main" id="{30483149-B71A-4E35-826B-3BD9D405724C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79" name="Rectangle: Rounded Corners 78">
            <a:hlinkClick r:id="rId4" action="ppaction://hlinksldjump"/>
            <a:extLst>
              <a:ext uri="{FF2B5EF4-FFF2-40B4-BE49-F238E27FC236}">
                <a16:creationId xmlns:a16="http://schemas.microsoft.com/office/drawing/2014/main" id="{B1BF3703-C360-4223-AF74-4CA1CF0128DD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0" name="Rectangle: Rounded Corners 79">
            <a:hlinkClick r:id="rId5" action="ppaction://hlinksldjump"/>
            <a:extLst>
              <a:ext uri="{FF2B5EF4-FFF2-40B4-BE49-F238E27FC236}">
                <a16:creationId xmlns:a16="http://schemas.microsoft.com/office/drawing/2014/main" id="{538A3AD5-9E2B-4C13-8979-45DA58E1AA7F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7" name="Rectangle: Rounded Corners 86">
            <a:hlinkClick r:id="rId6" action="ppaction://hlinksldjump"/>
            <a:extLst>
              <a:ext uri="{FF2B5EF4-FFF2-40B4-BE49-F238E27FC236}">
                <a16:creationId xmlns:a16="http://schemas.microsoft.com/office/drawing/2014/main" id="{94B827BC-B09E-4781-9922-443676360C44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4" name="Rectangle: Rounded Corners 93">
            <a:hlinkClick r:id="rId7" action="ppaction://hlinksldjump"/>
            <a:extLst>
              <a:ext uri="{FF2B5EF4-FFF2-40B4-BE49-F238E27FC236}">
                <a16:creationId xmlns:a16="http://schemas.microsoft.com/office/drawing/2014/main" id="{D085F709-30BE-4B8E-B65C-41AE3C7258DF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64212AB-DC61-4D25-B464-6B578A5A6970}"/>
              </a:ext>
            </a:extLst>
          </p:cNvPr>
          <p:cNvGrpSpPr/>
          <p:nvPr/>
        </p:nvGrpSpPr>
        <p:grpSpPr>
          <a:xfrm>
            <a:off x="-224548" y="1997325"/>
            <a:ext cx="1895751" cy="3260313"/>
            <a:chOff x="-511538" y="1548210"/>
            <a:chExt cx="1895751" cy="3260313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3A6C21B8-8B11-4ADD-A046-A0B9858F2127}"/>
                </a:ext>
              </a:extLst>
            </p:cNvPr>
            <p:cNvSpPr/>
            <p:nvPr/>
          </p:nvSpPr>
          <p:spPr>
            <a:xfrm>
              <a:off x="-457255" y="2408755"/>
              <a:ext cx="1771219" cy="725331"/>
            </a:xfrm>
            <a:prstGeom prst="roundRect">
              <a:avLst>
                <a:gd name="adj" fmla="val 33334"/>
              </a:avLst>
            </a:prstGeom>
            <a:solidFill>
              <a:srgbClr val="2A4A54"/>
            </a:solidFill>
            <a:ln w="76200">
              <a:solidFill>
                <a:srgbClr val="EBCD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791122C-1503-4870-85AE-D54475DC4A98}"/>
                </a:ext>
              </a:extLst>
            </p:cNvPr>
            <p:cNvGrpSpPr/>
            <p:nvPr/>
          </p:nvGrpSpPr>
          <p:grpSpPr>
            <a:xfrm>
              <a:off x="-511538" y="1548210"/>
              <a:ext cx="1895751" cy="1384893"/>
              <a:chOff x="-511538" y="1880722"/>
              <a:chExt cx="1895751" cy="1384893"/>
            </a:xfrm>
          </p:grpSpPr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DF33A230-B6B5-4675-9D8B-95378E8C97E0}"/>
                  </a:ext>
                </a:extLst>
              </p:cNvPr>
              <p:cNvSpPr/>
              <p:nvPr/>
            </p:nvSpPr>
            <p:spPr>
              <a:xfrm>
                <a:off x="-511538" y="1880722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TextBox 9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72DE8AD-9FBC-4AFF-AC83-6FAFCA885E72}"/>
                  </a:ext>
                </a:extLst>
              </p:cNvPr>
              <p:cNvSpPr txBox="1"/>
              <p:nvPr/>
            </p:nvSpPr>
            <p:spPr>
              <a:xfrm>
                <a:off x="-250399" y="2063900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Hasil</a:t>
                </a:r>
              </a:p>
            </p:txBody>
          </p:sp>
          <p:sp>
            <p:nvSpPr>
              <p:cNvPr id="101" name="TextBox 100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6616C535-A641-4B2A-9E91-4E9A609B7C4E}"/>
                  </a:ext>
                </a:extLst>
              </p:cNvPr>
              <p:cNvSpPr txBox="1"/>
              <p:nvPr/>
            </p:nvSpPr>
            <p:spPr>
              <a:xfrm>
                <a:off x="-349761" y="2927061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Pre-Processing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712851F-B377-4E49-9FAD-1C4292EE6EF8}"/>
                </a:ext>
              </a:extLst>
            </p:cNvPr>
            <p:cNvGrpSpPr/>
            <p:nvPr/>
          </p:nvGrpSpPr>
          <p:grpSpPr>
            <a:xfrm>
              <a:off x="-497331" y="3254384"/>
              <a:ext cx="1797654" cy="1554139"/>
              <a:chOff x="-497331" y="3586896"/>
              <a:chExt cx="1797654" cy="1554139"/>
            </a:xfrm>
          </p:grpSpPr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862E294F-26DD-4BF8-BD0C-D19D4D29CD87}"/>
                  </a:ext>
                </a:extLst>
              </p:cNvPr>
              <p:cNvSpPr/>
              <p:nvPr/>
            </p:nvSpPr>
            <p:spPr>
              <a:xfrm>
                <a:off x="-497331" y="3586896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490CF215-11F9-47E1-AA01-AFEF5D1E8D8B}"/>
                  </a:ext>
                </a:extLst>
              </p:cNvPr>
              <p:cNvSpPr/>
              <p:nvPr/>
            </p:nvSpPr>
            <p:spPr>
              <a:xfrm>
                <a:off x="-470896" y="4415704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814F26E-C012-A2AC-C75B-1BB7592F1A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19AD192-0990-5B11-F1B2-1163FE0E5192}"/>
              </a:ext>
            </a:extLst>
          </p:cNvPr>
          <p:cNvCxnSpPr>
            <a:cxnSpLocks/>
          </p:cNvCxnSpPr>
          <p:nvPr/>
        </p:nvCxnSpPr>
        <p:spPr>
          <a:xfrm flipH="1">
            <a:off x="6192218" y="2304892"/>
            <a:ext cx="14218" cy="2735088"/>
          </a:xfrm>
          <a:prstGeom prst="line">
            <a:avLst/>
          </a:prstGeom>
          <a:ln w="19050">
            <a:solidFill>
              <a:srgbClr val="FEEEE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06ABC3D-E994-2074-154B-2C30BD38E1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4401" y="2923312"/>
            <a:ext cx="5039995" cy="15722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4DE957-642F-DE85-1188-19595D2946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7715" y="2369473"/>
            <a:ext cx="4444122" cy="26390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465459-E0C8-639E-4CB2-7B5B6B6BD89A}"/>
              </a:ext>
            </a:extLst>
          </p:cNvPr>
          <p:cNvSpPr txBox="1"/>
          <p:nvPr/>
        </p:nvSpPr>
        <p:spPr>
          <a:xfrm>
            <a:off x="3424069" y="1816560"/>
            <a:ext cx="1455314" cy="369332"/>
          </a:xfrm>
          <a:prstGeom prst="rect">
            <a:avLst/>
          </a:prstGeom>
          <a:solidFill>
            <a:srgbClr val="44546A"/>
          </a:solidFill>
        </p:spPr>
        <p:txBody>
          <a:bodyPr wrap="square"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en-US" dirty="0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Text Clean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AE73A3-ED3E-FD84-EFBB-653F85359F3F}"/>
              </a:ext>
            </a:extLst>
          </p:cNvPr>
          <p:cNvSpPr txBox="1"/>
          <p:nvPr/>
        </p:nvSpPr>
        <p:spPr>
          <a:xfrm>
            <a:off x="7619432" y="1804757"/>
            <a:ext cx="1417189" cy="369332"/>
          </a:xfrm>
          <a:prstGeom prst="rect">
            <a:avLst/>
          </a:prstGeom>
          <a:solidFill>
            <a:srgbClr val="44546A"/>
          </a:solidFill>
        </p:spPr>
        <p:txBody>
          <a:bodyPr wrap="square"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en-US" dirty="0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Tokenizing</a:t>
            </a:r>
          </a:p>
        </p:txBody>
      </p:sp>
      <p:sp>
        <p:nvSpPr>
          <p:cNvPr id="17" name="TextBox 16">
            <a:hlinkClick r:id="rId12" action="ppaction://hlinksldjump"/>
            <a:extLst>
              <a:ext uri="{FF2B5EF4-FFF2-40B4-BE49-F238E27FC236}">
                <a16:creationId xmlns:a16="http://schemas.microsoft.com/office/drawing/2014/main" id="{F5CD5FFD-D7E2-75FD-C538-314A4659D4ED}"/>
              </a:ext>
            </a:extLst>
          </p:cNvPr>
          <p:cNvSpPr txBox="1"/>
          <p:nvPr/>
        </p:nvSpPr>
        <p:spPr>
          <a:xfrm>
            <a:off x="-209504" y="4725695"/>
            <a:ext cx="1849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Visualisasi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8" name="TextBox 17">
            <a:hlinkClick r:id="rId13" action="ppaction://hlinksldjump"/>
            <a:extLst>
              <a:ext uri="{FF2B5EF4-FFF2-40B4-BE49-F238E27FC236}">
                <a16:creationId xmlns:a16="http://schemas.microsoft.com/office/drawing/2014/main" id="{7B96D5E6-CC08-A54D-1D06-BE67FB7171D9}"/>
              </a:ext>
            </a:extLst>
          </p:cNvPr>
          <p:cNvSpPr txBox="1"/>
          <p:nvPr/>
        </p:nvSpPr>
        <p:spPr>
          <a:xfrm>
            <a:off x="-55849" y="3888871"/>
            <a:ext cx="163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Labeling</a:t>
            </a:r>
          </a:p>
        </p:txBody>
      </p:sp>
    </p:spTree>
    <p:extLst>
      <p:ext uri="{BB962C8B-B14F-4D97-AF65-F5344CB8AC3E}">
        <p14:creationId xmlns:p14="http://schemas.microsoft.com/office/powerpoint/2010/main" val="114386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A5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Rectangle: Rounded Corners 74">
            <a:hlinkClick r:id="rId2" action="ppaction://hlinksldjump"/>
            <a:extLst>
              <a:ext uri="{FF2B5EF4-FFF2-40B4-BE49-F238E27FC236}">
                <a16:creationId xmlns:a16="http://schemas.microsoft.com/office/drawing/2014/main" id="{01CAA8E5-07EF-4C62-BE8F-E0C07B05F45D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78" name="Rectangle: Rounded Corners 77">
            <a:hlinkClick r:id="rId3" action="ppaction://hlinksldjump"/>
            <a:extLst>
              <a:ext uri="{FF2B5EF4-FFF2-40B4-BE49-F238E27FC236}">
                <a16:creationId xmlns:a16="http://schemas.microsoft.com/office/drawing/2014/main" id="{30483149-B71A-4E35-826B-3BD9D405724C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79" name="Rectangle: Rounded Corners 78">
            <a:hlinkClick r:id="rId4" action="ppaction://hlinksldjump"/>
            <a:extLst>
              <a:ext uri="{FF2B5EF4-FFF2-40B4-BE49-F238E27FC236}">
                <a16:creationId xmlns:a16="http://schemas.microsoft.com/office/drawing/2014/main" id="{B1BF3703-C360-4223-AF74-4CA1CF0128DD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0" name="Rectangle: Rounded Corners 79">
            <a:hlinkClick r:id="rId5" action="ppaction://hlinksldjump"/>
            <a:extLst>
              <a:ext uri="{FF2B5EF4-FFF2-40B4-BE49-F238E27FC236}">
                <a16:creationId xmlns:a16="http://schemas.microsoft.com/office/drawing/2014/main" id="{538A3AD5-9E2B-4C13-8979-45DA58E1AA7F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7" name="Rectangle: Rounded Corners 86">
            <a:hlinkClick r:id="rId6" action="ppaction://hlinksldjump"/>
            <a:extLst>
              <a:ext uri="{FF2B5EF4-FFF2-40B4-BE49-F238E27FC236}">
                <a16:creationId xmlns:a16="http://schemas.microsoft.com/office/drawing/2014/main" id="{94B827BC-B09E-4781-9922-443676360C44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4" name="Rectangle: Rounded Corners 93">
            <a:hlinkClick r:id="rId7" action="ppaction://hlinksldjump"/>
            <a:extLst>
              <a:ext uri="{FF2B5EF4-FFF2-40B4-BE49-F238E27FC236}">
                <a16:creationId xmlns:a16="http://schemas.microsoft.com/office/drawing/2014/main" id="{D085F709-30BE-4B8E-B65C-41AE3C7258DF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64212AB-DC61-4D25-B464-6B578A5A6970}"/>
              </a:ext>
            </a:extLst>
          </p:cNvPr>
          <p:cNvGrpSpPr/>
          <p:nvPr/>
        </p:nvGrpSpPr>
        <p:grpSpPr>
          <a:xfrm>
            <a:off x="-154824" y="2032948"/>
            <a:ext cx="1895751" cy="3260313"/>
            <a:chOff x="-511538" y="1548210"/>
            <a:chExt cx="1895751" cy="3260313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3A6C21B8-8B11-4ADD-A046-A0B9858F2127}"/>
                </a:ext>
              </a:extLst>
            </p:cNvPr>
            <p:cNvSpPr/>
            <p:nvPr/>
          </p:nvSpPr>
          <p:spPr>
            <a:xfrm>
              <a:off x="-457255" y="2408755"/>
              <a:ext cx="1771219" cy="725331"/>
            </a:xfrm>
            <a:prstGeom prst="roundRect">
              <a:avLst>
                <a:gd name="adj" fmla="val 33334"/>
              </a:avLst>
            </a:prstGeom>
            <a:solidFill>
              <a:srgbClr val="2A4A54"/>
            </a:solidFill>
            <a:ln w="76200">
              <a:solidFill>
                <a:srgbClr val="EBCD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791122C-1503-4870-85AE-D54475DC4A98}"/>
                </a:ext>
              </a:extLst>
            </p:cNvPr>
            <p:cNvGrpSpPr/>
            <p:nvPr/>
          </p:nvGrpSpPr>
          <p:grpSpPr>
            <a:xfrm>
              <a:off x="-511538" y="1548210"/>
              <a:ext cx="1895751" cy="1384893"/>
              <a:chOff x="-511538" y="1880722"/>
              <a:chExt cx="1895751" cy="1384893"/>
            </a:xfrm>
          </p:grpSpPr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DF33A230-B6B5-4675-9D8B-95378E8C97E0}"/>
                  </a:ext>
                </a:extLst>
              </p:cNvPr>
              <p:cNvSpPr/>
              <p:nvPr/>
            </p:nvSpPr>
            <p:spPr>
              <a:xfrm>
                <a:off x="-511538" y="1880722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TextBox 9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72DE8AD-9FBC-4AFF-AC83-6FAFCA885E72}"/>
                  </a:ext>
                </a:extLst>
              </p:cNvPr>
              <p:cNvSpPr txBox="1"/>
              <p:nvPr/>
            </p:nvSpPr>
            <p:spPr>
              <a:xfrm>
                <a:off x="-250399" y="2063900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Hasil</a:t>
                </a:r>
              </a:p>
            </p:txBody>
          </p:sp>
          <p:sp>
            <p:nvSpPr>
              <p:cNvPr id="101" name="TextBox 100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6616C535-A641-4B2A-9E91-4E9A609B7C4E}"/>
                  </a:ext>
                </a:extLst>
              </p:cNvPr>
              <p:cNvSpPr txBox="1"/>
              <p:nvPr/>
            </p:nvSpPr>
            <p:spPr>
              <a:xfrm>
                <a:off x="-349761" y="2927061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Pre-Processing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712851F-B377-4E49-9FAD-1C4292EE6EF8}"/>
                </a:ext>
              </a:extLst>
            </p:cNvPr>
            <p:cNvGrpSpPr/>
            <p:nvPr/>
          </p:nvGrpSpPr>
          <p:grpSpPr>
            <a:xfrm>
              <a:off x="-497331" y="3254384"/>
              <a:ext cx="1797654" cy="1554139"/>
              <a:chOff x="-497331" y="3586896"/>
              <a:chExt cx="1797654" cy="1554139"/>
            </a:xfrm>
          </p:grpSpPr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862E294F-26DD-4BF8-BD0C-D19D4D29CD87}"/>
                  </a:ext>
                </a:extLst>
              </p:cNvPr>
              <p:cNvSpPr/>
              <p:nvPr/>
            </p:nvSpPr>
            <p:spPr>
              <a:xfrm>
                <a:off x="-497331" y="3586896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490CF215-11F9-47E1-AA01-AFEF5D1E8D8B}"/>
                  </a:ext>
                </a:extLst>
              </p:cNvPr>
              <p:cNvSpPr/>
              <p:nvPr/>
            </p:nvSpPr>
            <p:spPr>
              <a:xfrm>
                <a:off x="-470896" y="4415704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814F26E-C012-A2AC-C75B-1BB7592F1A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19AD192-0990-5B11-F1B2-1163FE0E5192}"/>
              </a:ext>
            </a:extLst>
          </p:cNvPr>
          <p:cNvCxnSpPr>
            <a:cxnSpLocks/>
          </p:cNvCxnSpPr>
          <p:nvPr/>
        </p:nvCxnSpPr>
        <p:spPr>
          <a:xfrm flipH="1">
            <a:off x="6412088" y="2337145"/>
            <a:ext cx="14218" cy="2735088"/>
          </a:xfrm>
          <a:prstGeom prst="line">
            <a:avLst/>
          </a:prstGeom>
          <a:ln w="19050">
            <a:solidFill>
              <a:srgbClr val="FEEEE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465459-E0C8-639E-4CB2-7B5B6B6BD89A}"/>
              </a:ext>
            </a:extLst>
          </p:cNvPr>
          <p:cNvSpPr txBox="1"/>
          <p:nvPr/>
        </p:nvSpPr>
        <p:spPr>
          <a:xfrm>
            <a:off x="3424069" y="1816560"/>
            <a:ext cx="1455314" cy="369332"/>
          </a:xfrm>
          <a:prstGeom prst="rect">
            <a:avLst/>
          </a:prstGeom>
          <a:solidFill>
            <a:srgbClr val="44546A"/>
          </a:solidFill>
        </p:spPr>
        <p:txBody>
          <a:bodyPr wrap="square"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en-US" dirty="0" err="1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Stopwords</a:t>
            </a:r>
            <a:endParaRPr lang="en-US" dirty="0">
              <a:solidFill>
                <a:srgbClr val="FEEEEC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AE73A3-ED3E-FD84-EFBB-653F85359F3F}"/>
              </a:ext>
            </a:extLst>
          </p:cNvPr>
          <p:cNvSpPr txBox="1"/>
          <p:nvPr/>
        </p:nvSpPr>
        <p:spPr>
          <a:xfrm>
            <a:off x="7619432" y="1804757"/>
            <a:ext cx="1417189" cy="369332"/>
          </a:xfrm>
          <a:prstGeom prst="rect">
            <a:avLst/>
          </a:prstGeom>
          <a:solidFill>
            <a:srgbClr val="44546A"/>
          </a:solidFill>
        </p:spPr>
        <p:txBody>
          <a:bodyPr wrap="square"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en-US" dirty="0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Stemming</a:t>
            </a:r>
          </a:p>
        </p:txBody>
      </p:sp>
      <p:sp>
        <p:nvSpPr>
          <p:cNvPr id="17" name="TextBox 16">
            <a:hlinkClick r:id="rId10" action="ppaction://hlinksldjump"/>
            <a:extLst>
              <a:ext uri="{FF2B5EF4-FFF2-40B4-BE49-F238E27FC236}">
                <a16:creationId xmlns:a16="http://schemas.microsoft.com/office/drawing/2014/main" id="{F5CD5FFD-D7E2-75FD-C538-314A4659D4ED}"/>
              </a:ext>
            </a:extLst>
          </p:cNvPr>
          <p:cNvSpPr txBox="1"/>
          <p:nvPr/>
        </p:nvSpPr>
        <p:spPr>
          <a:xfrm>
            <a:off x="-139780" y="4761318"/>
            <a:ext cx="1849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Visualisasi</a:t>
            </a:r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Data</a:t>
            </a:r>
          </a:p>
        </p:txBody>
      </p:sp>
      <p:sp>
        <p:nvSpPr>
          <p:cNvPr id="18" name="TextBox 17">
            <a:hlinkClick r:id="rId11" action="ppaction://hlinksldjump"/>
            <a:extLst>
              <a:ext uri="{FF2B5EF4-FFF2-40B4-BE49-F238E27FC236}">
                <a16:creationId xmlns:a16="http://schemas.microsoft.com/office/drawing/2014/main" id="{7B96D5E6-CC08-A54D-1D06-BE67FB7171D9}"/>
              </a:ext>
            </a:extLst>
          </p:cNvPr>
          <p:cNvSpPr txBox="1"/>
          <p:nvPr/>
        </p:nvSpPr>
        <p:spPr>
          <a:xfrm>
            <a:off x="13875" y="3924494"/>
            <a:ext cx="163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Labeling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0B82F2-C027-756B-5DA2-DE0800BBF3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3873" y="2431561"/>
            <a:ext cx="4555267" cy="32765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26F32C-FB0E-13C2-ED5C-43C9775D9A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1568" y="2632387"/>
            <a:ext cx="4694412" cy="237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88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A5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Rectangle: Rounded Corners 74">
            <a:hlinkClick r:id="rId2" action="ppaction://hlinksldjump"/>
            <a:extLst>
              <a:ext uri="{FF2B5EF4-FFF2-40B4-BE49-F238E27FC236}">
                <a16:creationId xmlns:a16="http://schemas.microsoft.com/office/drawing/2014/main" id="{8C40A304-268B-4828-8305-7766266744F3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78" name="Rectangle: Rounded Corners 77">
            <a:hlinkClick r:id="rId3" action="ppaction://hlinksldjump"/>
            <a:extLst>
              <a:ext uri="{FF2B5EF4-FFF2-40B4-BE49-F238E27FC236}">
                <a16:creationId xmlns:a16="http://schemas.microsoft.com/office/drawing/2014/main" id="{37E1C149-DA4A-46EC-8718-044527D7FD5E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79" name="Rectangle: Rounded Corners 78">
            <a:hlinkClick r:id="rId4" action="ppaction://hlinksldjump"/>
            <a:extLst>
              <a:ext uri="{FF2B5EF4-FFF2-40B4-BE49-F238E27FC236}">
                <a16:creationId xmlns:a16="http://schemas.microsoft.com/office/drawing/2014/main" id="{E162B278-A0F6-462F-899D-86EB040539B9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0" name="Rectangle: Rounded Corners 79">
            <a:hlinkClick r:id="rId5" action="ppaction://hlinksldjump"/>
            <a:extLst>
              <a:ext uri="{FF2B5EF4-FFF2-40B4-BE49-F238E27FC236}">
                <a16:creationId xmlns:a16="http://schemas.microsoft.com/office/drawing/2014/main" id="{532C38AD-CDDC-4C6F-A8BE-E3901B56B1E7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7" name="Rectangle: Rounded Corners 86">
            <a:hlinkClick r:id="rId6" action="ppaction://hlinksldjump"/>
            <a:extLst>
              <a:ext uri="{FF2B5EF4-FFF2-40B4-BE49-F238E27FC236}">
                <a16:creationId xmlns:a16="http://schemas.microsoft.com/office/drawing/2014/main" id="{6C7FC3E5-2DB9-4C9D-8E0D-97DB23CDD670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4" name="Rectangle: Rounded Corners 93">
            <a:hlinkClick r:id="rId7" action="ppaction://hlinksldjump"/>
            <a:extLst>
              <a:ext uri="{FF2B5EF4-FFF2-40B4-BE49-F238E27FC236}">
                <a16:creationId xmlns:a16="http://schemas.microsoft.com/office/drawing/2014/main" id="{E7B89E49-38C7-478A-A577-4700A2E95412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E8A7799-660D-4809-A150-D0857AD85227}"/>
              </a:ext>
            </a:extLst>
          </p:cNvPr>
          <p:cNvGrpSpPr/>
          <p:nvPr/>
        </p:nvGrpSpPr>
        <p:grpSpPr>
          <a:xfrm>
            <a:off x="-96042" y="2028312"/>
            <a:ext cx="1895751" cy="3260313"/>
            <a:chOff x="-511538" y="1548210"/>
            <a:chExt cx="1895751" cy="3260313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0EFB3E3E-5C66-49BF-B1FE-10BF39382B13}"/>
                </a:ext>
              </a:extLst>
            </p:cNvPr>
            <p:cNvGrpSpPr/>
            <p:nvPr/>
          </p:nvGrpSpPr>
          <p:grpSpPr>
            <a:xfrm>
              <a:off x="-511538" y="1548210"/>
              <a:ext cx="1895751" cy="725331"/>
              <a:chOff x="-511538" y="1880722"/>
              <a:chExt cx="1895751" cy="725331"/>
            </a:xfrm>
          </p:grpSpPr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9C4D8E27-B25A-4891-8D6A-951C2F12F3BF}"/>
                  </a:ext>
                </a:extLst>
              </p:cNvPr>
              <p:cNvSpPr/>
              <p:nvPr/>
            </p:nvSpPr>
            <p:spPr>
              <a:xfrm>
                <a:off x="-511538" y="1880722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TextBox 9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AAA7DD9C-D046-4C2A-A73C-09E3744AC947}"/>
                  </a:ext>
                </a:extLst>
              </p:cNvPr>
              <p:cNvSpPr txBox="1"/>
              <p:nvPr/>
            </p:nvSpPr>
            <p:spPr>
              <a:xfrm>
                <a:off x="-250399" y="2063900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Hasil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9B0F033-2B77-4B94-AF33-7714FA30EE4B}"/>
                </a:ext>
              </a:extLst>
            </p:cNvPr>
            <p:cNvGrpSpPr/>
            <p:nvPr/>
          </p:nvGrpSpPr>
          <p:grpSpPr>
            <a:xfrm>
              <a:off x="-497331" y="3254384"/>
              <a:ext cx="1797654" cy="1554139"/>
              <a:chOff x="-497331" y="3586896"/>
              <a:chExt cx="1797654" cy="1554139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BAAE0C86-EAB7-4383-A802-A935E39F99E3}"/>
                  </a:ext>
                </a:extLst>
              </p:cNvPr>
              <p:cNvGrpSpPr/>
              <p:nvPr/>
            </p:nvGrpSpPr>
            <p:grpSpPr>
              <a:xfrm>
                <a:off x="-497331" y="3586896"/>
                <a:ext cx="1789104" cy="725331"/>
                <a:chOff x="-497331" y="3586896"/>
                <a:chExt cx="1789104" cy="725331"/>
              </a:xfrm>
            </p:grpSpPr>
            <p:sp>
              <p:nvSpPr>
                <p:cNvPr id="97" name="Rectangle: Rounded Corners 96">
                  <a:extLst>
                    <a:ext uri="{FF2B5EF4-FFF2-40B4-BE49-F238E27FC236}">
                      <a16:creationId xmlns:a16="http://schemas.microsoft.com/office/drawing/2014/main" id="{FF864E00-ECCE-4CCA-B063-9EAB395BED76}"/>
                    </a:ext>
                  </a:extLst>
                </p:cNvPr>
                <p:cNvSpPr/>
                <p:nvPr/>
              </p:nvSpPr>
              <p:spPr>
                <a:xfrm>
                  <a:off x="-497331" y="3586896"/>
                  <a:ext cx="1771219" cy="725331"/>
                </a:xfrm>
                <a:prstGeom prst="roundRect">
                  <a:avLst>
                    <a:gd name="adj" fmla="val 33334"/>
                  </a:avLst>
                </a:prstGeom>
                <a:solidFill>
                  <a:srgbClr val="2A4A54"/>
                </a:solidFill>
                <a:ln w="76200">
                  <a:solidFill>
                    <a:srgbClr val="EBCDA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TextBox 97">
                  <a:hlinkClick r:id="rId8" action="ppaction://hlinksldjump"/>
                  <a:extLst>
                    <a:ext uri="{FF2B5EF4-FFF2-40B4-BE49-F238E27FC236}">
                      <a16:creationId xmlns:a16="http://schemas.microsoft.com/office/drawing/2014/main" id="{8D587426-18D4-4845-B509-6ADA97323991}"/>
                    </a:ext>
                  </a:extLst>
                </p:cNvPr>
                <p:cNvSpPr txBox="1"/>
                <p:nvPr/>
              </p:nvSpPr>
              <p:spPr>
                <a:xfrm>
                  <a:off x="-342839" y="3772268"/>
                  <a:ext cx="163461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rgbClr val="EBCDAF"/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Labeling</a:t>
                  </a:r>
                </a:p>
              </p:txBody>
            </p:sp>
          </p:grpSp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8113C09F-12DA-472B-A721-7B35F4747538}"/>
                  </a:ext>
                </a:extLst>
              </p:cNvPr>
              <p:cNvSpPr/>
              <p:nvPr/>
            </p:nvSpPr>
            <p:spPr>
              <a:xfrm>
                <a:off x="-470896" y="4415704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5E35B2D-0A58-1788-E0D4-ACCA389E50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44BBD9A-9F5B-368C-1630-0803B5ADEB1E}"/>
              </a:ext>
            </a:extLst>
          </p:cNvPr>
          <p:cNvSpPr/>
          <p:nvPr/>
        </p:nvSpPr>
        <p:spPr>
          <a:xfrm>
            <a:off x="-81835" y="2888422"/>
            <a:ext cx="1771219" cy="725331"/>
          </a:xfrm>
          <a:prstGeom prst="roundRect">
            <a:avLst>
              <a:gd name="adj" fmla="val 33334"/>
            </a:avLst>
          </a:prstGeom>
          <a:solidFill>
            <a:srgbClr val="407180"/>
          </a:solidFill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TextBox 10">
            <a:hlinkClick r:id="rId10" action="ppaction://hlinksldjump"/>
            <a:extLst>
              <a:ext uri="{FF2B5EF4-FFF2-40B4-BE49-F238E27FC236}">
                <a16:creationId xmlns:a16="http://schemas.microsoft.com/office/drawing/2014/main" id="{FB66A311-17D1-E3EF-8AFB-5C0475D4A90B}"/>
              </a:ext>
            </a:extLst>
          </p:cNvPr>
          <p:cNvSpPr txBox="1"/>
          <p:nvPr/>
        </p:nvSpPr>
        <p:spPr>
          <a:xfrm>
            <a:off x="25659" y="3065516"/>
            <a:ext cx="163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Pre-Processing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C5FD82-C272-1A3B-46D3-A395BB10BD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056" y="1949336"/>
            <a:ext cx="5691092" cy="38605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E2A6C8F-B7DA-6410-E969-385EDAE5186D}"/>
              </a:ext>
            </a:extLst>
          </p:cNvPr>
          <p:cNvSpPr txBox="1"/>
          <p:nvPr/>
        </p:nvSpPr>
        <p:spPr>
          <a:xfrm>
            <a:off x="5366610" y="1395422"/>
            <a:ext cx="1455314" cy="369332"/>
          </a:xfrm>
          <a:prstGeom prst="rect">
            <a:avLst/>
          </a:prstGeom>
          <a:solidFill>
            <a:srgbClr val="44546A"/>
          </a:solidFill>
        </p:spPr>
        <p:txBody>
          <a:bodyPr wrap="square"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en-US" dirty="0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Labeling</a:t>
            </a:r>
          </a:p>
        </p:txBody>
      </p:sp>
      <p:sp>
        <p:nvSpPr>
          <p:cNvPr id="16" name="TextBox 15">
            <a:hlinkClick r:id="rId12" action="ppaction://hlinksldjump"/>
            <a:extLst>
              <a:ext uri="{FF2B5EF4-FFF2-40B4-BE49-F238E27FC236}">
                <a16:creationId xmlns:a16="http://schemas.microsoft.com/office/drawing/2014/main" id="{C0628557-4DEE-3D8C-5E05-B8413020CFC9}"/>
              </a:ext>
            </a:extLst>
          </p:cNvPr>
          <p:cNvSpPr txBox="1"/>
          <p:nvPr/>
        </p:nvSpPr>
        <p:spPr>
          <a:xfrm>
            <a:off x="-80998" y="4756682"/>
            <a:ext cx="1849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Visualisasi</a:t>
            </a:r>
            <a:endParaRPr lang="en-US" sz="1600" dirty="0">
              <a:solidFill>
                <a:srgbClr val="EBCDA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1425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A5B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Rectangle: Rounded Corners 74">
            <a:hlinkClick r:id="rId2" action="ppaction://hlinksldjump"/>
            <a:extLst>
              <a:ext uri="{FF2B5EF4-FFF2-40B4-BE49-F238E27FC236}">
                <a16:creationId xmlns:a16="http://schemas.microsoft.com/office/drawing/2014/main" id="{E7E39598-F24E-4822-84E6-9A7330C491A5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78" name="Rectangle: Rounded Corners 77">
            <a:hlinkClick r:id="rId3" action="ppaction://hlinksldjump"/>
            <a:extLst>
              <a:ext uri="{FF2B5EF4-FFF2-40B4-BE49-F238E27FC236}">
                <a16:creationId xmlns:a16="http://schemas.microsoft.com/office/drawing/2014/main" id="{894CFA85-D1D9-48D7-82A4-8654DF0EF63A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79" name="Rectangle: Rounded Corners 78">
            <a:hlinkClick r:id="rId4" action="ppaction://hlinksldjump"/>
            <a:extLst>
              <a:ext uri="{FF2B5EF4-FFF2-40B4-BE49-F238E27FC236}">
                <a16:creationId xmlns:a16="http://schemas.microsoft.com/office/drawing/2014/main" id="{A81F823D-A7EF-4ED9-8EB6-0EC126587225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0" name="Rectangle: Rounded Corners 79">
            <a:hlinkClick r:id="rId5" action="ppaction://hlinksldjump"/>
            <a:extLst>
              <a:ext uri="{FF2B5EF4-FFF2-40B4-BE49-F238E27FC236}">
                <a16:creationId xmlns:a16="http://schemas.microsoft.com/office/drawing/2014/main" id="{B533F057-0183-4A81-9783-490ED8C8722C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7" name="Rectangle: Rounded Corners 86">
            <a:hlinkClick r:id="rId6" action="ppaction://hlinksldjump"/>
            <a:extLst>
              <a:ext uri="{FF2B5EF4-FFF2-40B4-BE49-F238E27FC236}">
                <a16:creationId xmlns:a16="http://schemas.microsoft.com/office/drawing/2014/main" id="{70D9CD46-19B5-40D8-909C-4282C3A28028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94" name="Rectangle: Rounded Corners 93">
            <a:hlinkClick r:id="rId7" action="ppaction://hlinksldjump"/>
            <a:extLst>
              <a:ext uri="{FF2B5EF4-FFF2-40B4-BE49-F238E27FC236}">
                <a16:creationId xmlns:a16="http://schemas.microsoft.com/office/drawing/2014/main" id="{DCAA6588-C03C-47A4-B8E8-6F8BB51BF85E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40D92C8-A2F7-49B8-9EF7-248BB536BD3A}"/>
              </a:ext>
            </a:extLst>
          </p:cNvPr>
          <p:cNvGrpSpPr/>
          <p:nvPr/>
        </p:nvGrpSpPr>
        <p:grpSpPr>
          <a:xfrm>
            <a:off x="-251400" y="2007327"/>
            <a:ext cx="1895751" cy="3260313"/>
            <a:chOff x="-511538" y="1548210"/>
            <a:chExt cx="1895751" cy="3260313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3F085A2A-623C-464C-9E52-0ECFB477276A}"/>
                </a:ext>
              </a:extLst>
            </p:cNvPr>
            <p:cNvSpPr/>
            <p:nvPr/>
          </p:nvSpPr>
          <p:spPr>
            <a:xfrm>
              <a:off x="-457255" y="2408755"/>
              <a:ext cx="1771219" cy="725331"/>
            </a:xfrm>
            <a:prstGeom prst="roundRect">
              <a:avLst>
                <a:gd name="adj" fmla="val 33334"/>
              </a:avLst>
            </a:prstGeom>
            <a:solidFill>
              <a:srgbClr val="407180"/>
            </a:solidFill>
            <a:ln w="76200">
              <a:solidFill>
                <a:srgbClr val="EBCD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7442C937-DA17-457E-93A6-F1A6F35DC8EB}"/>
                </a:ext>
              </a:extLst>
            </p:cNvPr>
            <p:cNvGrpSpPr/>
            <p:nvPr/>
          </p:nvGrpSpPr>
          <p:grpSpPr>
            <a:xfrm>
              <a:off x="-511538" y="1548210"/>
              <a:ext cx="1895751" cy="1376193"/>
              <a:chOff x="-511538" y="1880722"/>
              <a:chExt cx="1895751" cy="1376193"/>
            </a:xfrm>
          </p:grpSpPr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EC2DABD8-396D-4634-A7A0-EE509E708034}"/>
                  </a:ext>
                </a:extLst>
              </p:cNvPr>
              <p:cNvSpPr/>
              <p:nvPr/>
            </p:nvSpPr>
            <p:spPr>
              <a:xfrm>
                <a:off x="-511538" y="1880722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TextBox 9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FE76638-FDCE-428C-A1F4-2339D10175BE}"/>
                  </a:ext>
                </a:extLst>
              </p:cNvPr>
              <p:cNvSpPr txBox="1"/>
              <p:nvPr/>
            </p:nvSpPr>
            <p:spPr>
              <a:xfrm>
                <a:off x="-250399" y="2063900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Hasil</a:t>
                </a:r>
              </a:p>
            </p:txBody>
          </p:sp>
          <p:sp>
            <p:nvSpPr>
              <p:cNvPr id="101" name="TextBox 100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F7425C54-8A1F-4BCB-9081-063371B1793B}"/>
                  </a:ext>
                </a:extLst>
              </p:cNvPr>
              <p:cNvSpPr txBox="1"/>
              <p:nvPr/>
            </p:nvSpPr>
            <p:spPr>
              <a:xfrm>
                <a:off x="-349761" y="2918361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Pre-Processing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FCD75CBC-C704-4D16-A430-FB5EDB365234}"/>
                </a:ext>
              </a:extLst>
            </p:cNvPr>
            <p:cNvGrpSpPr/>
            <p:nvPr/>
          </p:nvGrpSpPr>
          <p:grpSpPr>
            <a:xfrm>
              <a:off x="-497331" y="3254384"/>
              <a:ext cx="1850532" cy="1554139"/>
              <a:chOff x="-497331" y="3586896"/>
              <a:chExt cx="1850532" cy="1554139"/>
            </a:xfrm>
          </p:grpSpPr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347B290C-DA4A-49E3-AA74-C90EEB854EAA}"/>
                  </a:ext>
                </a:extLst>
              </p:cNvPr>
              <p:cNvSpPr/>
              <p:nvPr/>
            </p:nvSpPr>
            <p:spPr>
              <a:xfrm>
                <a:off x="-497331" y="3586896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407180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4E045A6F-3F69-4D29-BEA8-08EEB2BC4233}"/>
                  </a:ext>
                </a:extLst>
              </p:cNvPr>
              <p:cNvSpPr/>
              <p:nvPr/>
            </p:nvSpPr>
            <p:spPr>
              <a:xfrm>
                <a:off x="-470896" y="4415704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2A4A54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TextBox 95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761127F4-FF4C-42AD-8FF2-EABA6B183B76}"/>
                  </a:ext>
                </a:extLst>
              </p:cNvPr>
              <p:cNvSpPr txBox="1"/>
              <p:nvPr/>
            </p:nvSpPr>
            <p:spPr>
              <a:xfrm>
                <a:off x="-496494" y="4609092"/>
                <a:ext cx="18496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Visualisasi</a:t>
                </a:r>
                <a:endParaRPr lang="en-US" sz="1600" dirty="0">
                  <a:solidFill>
                    <a:srgbClr val="EBCDAF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7DCAC79-92FB-3B88-8FD2-B01FCD651F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  <p:sp>
        <p:nvSpPr>
          <p:cNvPr id="13" name="TextBox 12">
            <a:hlinkClick r:id="rId11" action="ppaction://hlinksldjump"/>
            <a:extLst>
              <a:ext uri="{FF2B5EF4-FFF2-40B4-BE49-F238E27FC236}">
                <a16:creationId xmlns:a16="http://schemas.microsoft.com/office/drawing/2014/main" id="{F9035B4E-E76F-45DB-6B7F-73DE51997208}"/>
              </a:ext>
            </a:extLst>
          </p:cNvPr>
          <p:cNvSpPr txBox="1"/>
          <p:nvPr/>
        </p:nvSpPr>
        <p:spPr>
          <a:xfrm>
            <a:off x="-82701" y="3898873"/>
            <a:ext cx="163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Labeling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B3A186-C859-C2A0-E3BE-4CA2760C8911}"/>
              </a:ext>
            </a:extLst>
          </p:cNvPr>
          <p:cNvCxnSpPr>
            <a:cxnSpLocks/>
          </p:cNvCxnSpPr>
          <p:nvPr/>
        </p:nvCxnSpPr>
        <p:spPr>
          <a:xfrm flipH="1">
            <a:off x="6391432" y="2299463"/>
            <a:ext cx="14218" cy="2735088"/>
          </a:xfrm>
          <a:prstGeom prst="line">
            <a:avLst/>
          </a:prstGeom>
          <a:ln w="19050">
            <a:solidFill>
              <a:srgbClr val="FEEEE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97462B7-FB95-41DD-6E7D-368F626F29FC}"/>
              </a:ext>
            </a:extLst>
          </p:cNvPr>
          <p:cNvSpPr txBox="1"/>
          <p:nvPr/>
        </p:nvSpPr>
        <p:spPr>
          <a:xfrm>
            <a:off x="3251064" y="1788485"/>
            <a:ext cx="1942228" cy="369332"/>
          </a:xfrm>
          <a:prstGeom prst="rect">
            <a:avLst/>
          </a:prstGeom>
          <a:solidFill>
            <a:srgbClr val="44546A"/>
          </a:solidFill>
        </p:spPr>
        <p:txBody>
          <a:bodyPr wrap="square"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en-US" dirty="0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 </a:t>
            </a:r>
            <a:r>
              <a:rPr lang="en-US" dirty="0" err="1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Kumulatif</a:t>
            </a:r>
            <a:endParaRPr lang="en-US" dirty="0">
              <a:solidFill>
                <a:srgbClr val="FEEEEC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3EA7CC-D1A4-55E3-3F54-AD75CD3B4E78}"/>
              </a:ext>
            </a:extLst>
          </p:cNvPr>
          <p:cNvSpPr txBox="1"/>
          <p:nvPr/>
        </p:nvSpPr>
        <p:spPr>
          <a:xfrm>
            <a:off x="7583876" y="1796743"/>
            <a:ext cx="2317737" cy="369332"/>
          </a:xfrm>
          <a:prstGeom prst="rect">
            <a:avLst/>
          </a:prstGeom>
          <a:solidFill>
            <a:srgbClr val="44546A"/>
          </a:solidFill>
        </p:spPr>
        <p:txBody>
          <a:bodyPr wrap="square">
            <a:spAutoFit/>
          </a:bodyPr>
          <a:lstStyle/>
          <a:p>
            <a:pPr lvl="0" algn="ctr">
              <a:spcAft>
                <a:spcPts val="1600"/>
              </a:spcAft>
            </a:pPr>
            <a:r>
              <a:rPr lang="en-US" dirty="0" err="1">
                <a:solidFill>
                  <a:srgbClr val="FEEE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Popularitas</a:t>
            </a:r>
            <a:endParaRPr lang="en-US" dirty="0">
              <a:solidFill>
                <a:srgbClr val="FEEEEC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F02DEA5-7132-D00C-C11B-E94921CDD43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4285" y="2248230"/>
            <a:ext cx="4551458" cy="35617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56C309-E548-E4F1-EBE3-BC342B6C0C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0136" y="2267974"/>
            <a:ext cx="4638907" cy="356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3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648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C3B7844-A2B5-47C0-BAB3-3540966179C6}"/>
              </a:ext>
            </a:extLst>
          </p:cNvPr>
          <p:cNvGrpSpPr/>
          <p:nvPr/>
        </p:nvGrpSpPr>
        <p:grpSpPr>
          <a:xfrm>
            <a:off x="-539242" y="2617299"/>
            <a:ext cx="1951007" cy="1583932"/>
            <a:chOff x="-525229" y="1548210"/>
            <a:chExt cx="1951007" cy="1583932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158E35B-3B61-4A7E-9CA3-59263A4AE110}"/>
                </a:ext>
              </a:extLst>
            </p:cNvPr>
            <p:cNvGrpSpPr/>
            <p:nvPr/>
          </p:nvGrpSpPr>
          <p:grpSpPr>
            <a:xfrm>
              <a:off x="-511538" y="1548210"/>
              <a:ext cx="1937316" cy="725331"/>
              <a:chOff x="-511538" y="1880722"/>
              <a:chExt cx="1937316" cy="725331"/>
            </a:xfrm>
          </p:grpSpPr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21070B03-CD05-495B-AC50-13235B0EDE15}"/>
                  </a:ext>
                </a:extLst>
              </p:cNvPr>
              <p:cNvSpPr/>
              <p:nvPr/>
            </p:nvSpPr>
            <p:spPr>
              <a:xfrm>
                <a:off x="-511538" y="1880722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374746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F1DBAD9-9122-4F57-8B42-85039C8C2D9B}"/>
                  </a:ext>
                </a:extLst>
              </p:cNvPr>
              <p:cNvSpPr txBox="1"/>
              <p:nvPr/>
            </p:nvSpPr>
            <p:spPr>
              <a:xfrm>
                <a:off x="-208834" y="2063900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Kesimpulan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D9FE9C8-A7E8-49CB-A825-1D8E84CE984C}"/>
                </a:ext>
              </a:extLst>
            </p:cNvPr>
            <p:cNvGrpSpPr/>
            <p:nvPr/>
          </p:nvGrpSpPr>
          <p:grpSpPr>
            <a:xfrm>
              <a:off x="-525229" y="2406811"/>
              <a:ext cx="1909442" cy="725331"/>
              <a:chOff x="-525229" y="2739323"/>
              <a:chExt cx="1909442" cy="725331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32C4FBDF-9961-40C6-A3E7-DA037404A2FB}"/>
                  </a:ext>
                </a:extLst>
              </p:cNvPr>
              <p:cNvSpPr/>
              <p:nvPr/>
            </p:nvSpPr>
            <p:spPr>
              <a:xfrm>
                <a:off x="-525229" y="2739323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536D6C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5F14BA6-B6A6-4A81-A8E1-939AB983C341}"/>
                  </a:ext>
                </a:extLst>
              </p:cNvPr>
              <p:cNvSpPr txBox="1"/>
              <p:nvPr/>
            </p:nvSpPr>
            <p:spPr>
              <a:xfrm>
                <a:off x="-250399" y="2935760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Saran</a:t>
                </a:r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A8B32DAF-5A59-4A43-95AA-910B61C056B6}"/>
              </a:ext>
            </a:extLst>
          </p:cNvPr>
          <p:cNvSpPr txBox="1"/>
          <p:nvPr/>
        </p:nvSpPr>
        <p:spPr>
          <a:xfrm>
            <a:off x="2663988" y="1512163"/>
            <a:ext cx="6785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9F0E7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KESIMPULAN</a:t>
            </a:r>
          </a:p>
        </p:txBody>
      </p:sp>
      <p:sp>
        <p:nvSpPr>
          <p:cNvPr id="119" name="Rectangle: Rounded Corners 118">
            <a:hlinkClick r:id="rId2" action="ppaction://hlinksldjump"/>
            <a:extLst>
              <a:ext uri="{FF2B5EF4-FFF2-40B4-BE49-F238E27FC236}">
                <a16:creationId xmlns:a16="http://schemas.microsoft.com/office/drawing/2014/main" id="{3B693088-A4E2-465D-9933-E7497A68076A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120" name="Rectangle: Rounded Corners 119">
            <a:hlinkClick r:id="rId3" action="ppaction://hlinksldjump"/>
            <a:extLst>
              <a:ext uri="{FF2B5EF4-FFF2-40B4-BE49-F238E27FC236}">
                <a16:creationId xmlns:a16="http://schemas.microsoft.com/office/drawing/2014/main" id="{3F083B87-A7FF-4040-91BB-7694E1BDBE89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21" name="Rectangle: Rounded Corners 120">
            <a:hlinkClick r:id="rId4" action="ppaction://hlinksldjump"/>
            <a:extLst>
              <a:ext uri="{FF2B5EF4-FFF2-40B4-BE49-F238E27FC236}">
                <a16:creationId xmlns:a16="http://schemas.microsoft.com/office/drawing/2014/main" id="{C9BB18B8-9E87-4E9B-96B9-B8FAC69E51E6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22" name="Rectangle: Rounded Corners 121">
            <a:hlinkClick r:id="rId5" action="ppaction://hlinksldjump"/>
            <a:extLst>
              <a:ext uri="{FF2B5EF4-FFF2-40B4-BE49-F238E27FC236}">
                <a16:creationId xmlns:a16="http://schemas.microsoft.com/office/drawing/2014/main" id="{F017D78C-D586-4B4C-B526-AE99A1EFED41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23" name="Rectangle: Rounded Corners 122">
            <a:hlinkClick r:id="rId6" action="ppaction://hlinksldjump"/>
            <a:extLst>
              <a:ext uri="{FF2B5EF4-FFF2-40B4-BE49-F238E27FC236}">
                <a16:creationId xmlns:a16="http://schemas.microsoft.com/office/drawing/2014/main" id="{C13ABB7D-C32E-4ADB-83BA-A4ECD8A659B6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24" name="Rectangle: Rounded Corners 123">
            <a:hlinkClick r:id="rId7" action="ppaction://hlinksldjump"/>
            <a:extLst>
              <a:ext uri="{FF2B5EF4-FFF2-40B4-BE49-F238E27FC236}">
                <a16:creationId xmlns:a16="http://schemas.microsoft.com/office/drawing/2014/main" id="{DAA857DE-4C68-4EA1-A18A-23B83774A673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3FB809-99DE-0F9A-7863-1C70C1C66511}"/>
              </a:ext>
            </a:extLst>
          </p:cNvPr>
          <p:cNvSpPr/>
          <p:nvPr/>
        </p:nvSpPr>
        <p:spPr>
          <a:xfrm>
            <a:off x="2419078" y="2141475"/>
            <a:ext cx="7130164" cy="3370441"/>
          </a:xfrm>
          <a:prstGeom prst="roundRect">
            <a:avLst>
              <a:gd name="adj" fmla="val 11861"/>
            </a:avLst>
          </a:prstGeom>
          <a:solidFill>
            <a:srgbClr val="F4E4D4"/>
          </a:solidFill>
          <a:ln>
            <a:noFill/>
          </a:ln>
          <a:effectLst>
            <a:outerShdw blurRad="317500" dist="139700" dir="15000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9BCB55-BC5F-039B-412B-C709B0E12C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632" y="2979467"/>
            <a:ext cx="3237619" cy="32376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E9EBBA-C6B2-4C50-0BEE-BAF5E68175F6}"/>
              </a:ext>
            </a:extLst>
          </p:cNvPr>
          <p:cNvSpPr txBox="1"/>
          <p:nvPr/>
        </p:nvSpPr>
        <p:spPr>
          <a:xfrm>
            <a:off x="2960556" y="2199236"/>
            <a:ext cx="594879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Metode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digunakan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pada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studi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merupakan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prosedur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Naive Bayes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serta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Support Vector Machine ,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dari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hasil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riset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menampilkan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kalau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tingkatan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akurasi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SVM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meraih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97%,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sementara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itu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Naive Bayes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meraih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95%. Oleh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karna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itu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SVM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mempunyai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kinerja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sedikit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lebih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unggul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dalam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memprediksi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popularitas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calon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presiden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bersumber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pada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informasi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Twitter.</a:t>
            </a:r>
          </a:p>
          <a:p>
            <a:pPr algn="just"/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Hasil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mencerminkan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persentase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popularitas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masing-masing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calon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presiden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berdasarkan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data yang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dianalisis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Ganjar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Pranowo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memiliki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popularitas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tertinggi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diikuti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oleh Prabowo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Subianto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sedangkan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Anies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Baswedan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memiliki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popularitas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lebih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rendah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dan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sebagian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besar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popularitas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ada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pada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calon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presiden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dirty="0" err="1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lainnya</a:t>
            </a:r>
            <a:r>
              <a:rPr lang="en-US" sz="1600" dirty="0">
                <a:solidFill>
                  <a:srgbClr val="2A4A54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  <a:endParaRPr lang="en-US" dirty="0">
              <a:solidFill>
                <a:srgbClr val="AD6534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3F70A8-B2E1-2ADB-F12A-7A7D93A5D5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7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11" grpId="0" animBg="1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648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EBCD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C3B7844-A2B5-47C0-BAB3-3540966179C6}"/>
              </a:ext>
            </a:extLst>
          </p:cNvPr>
          <p:cNvGrpSpPr/>
          <p:nvPr/>
        </p:nvGrpSpPr>
        <p:grpSpPr>
          <a:xfrm>
            <a:off x="-539242" y="2617299"/>
            <a:ext cx="1951007" cy="1583932"/>
            <a:chOff x="-525229" y="1548210"/>
            <a:chExt cx="1951007" cy="1583932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158E35B-3B61-4A7E-9CA3-59263A4AE110}"/>
                </a:ext>
              </a:extLst>
            </p:cNvPr>
            <p:cNvGrpSpPr/>
            <p:nvPr/>
          </p:nvGrpSpPr>
          <p:grpSpPr>
            <a:xfrm>
              <a:off x="-511538" y="1548210"/>
              <a:ext cx="1937316" cy="725331"/>
              <a:chOff x="-511538" y="1880722"/>
              <a:chExt cx="1937316" cy="725331"/>
            </a:xfrm>
          </p:grpSpPr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21070B03-CD05-495B-AC50-13235B0EDE15}"/>
                  </a:ext>
                </a:extLst>
              </p:cNvPr>
              <p:cNvSpPr/>
              <p:nvPr/>
            </p:nvSpPr>
            <p:spPr>
              <a:xfrm>
                <a:off x="-511538" y="1880722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536D6C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TextBox 88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9F1DBAD9-9122-4F57-8B42-85039C8C2D9B}"/>
                  </a:ext>
                </a:extLst>
              </p:cNvPr>
              <p:cNvSpPr txBox="1"/>
              <p:nvPr/>
            </p:nvSpPr>
            <p:spPr>
              <a:xfrm>
                <a:off x="-208834" y="2063900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Kesimpulan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D9FE9C8-A7E8-49CB-A825-1D8E84CE984C}"/>
                </a:ext>
              </a:extLst>
            </p:cNvPr>
            <p:cNvGrpSpPr/>
            <p:nvPr/>
          </p:nvGrpSpPr>
          <p:grpSpPr>
            <a:xfrm>
              <a:off x="-525229" y="2406811"/>
              <a:ext cx="1909442" cy="725331"/>
              <a:chOff x="-525229" y="2739323"/>
              <a:chExt cx="1909442" cy="725331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32C4FBDF-9961-40C6-A3E7-DA037404A2FB}"/>
                  </a:ext>
                </a:extLst>
              </p:cNvPr>
              <p:cNvSpPr/>
              <p:nvPr/>
            </p:nvSpPr>
            <p:spPr>
              <a:xfrm>
                <a:off x="-525229" y="2739323"/>
                <a:ext cx="1771219" cy="725331"/>
              </a:xfrm>
              <a:prstGeom prst="roundRect">
                <a:avLst>
                  <a:gd name="adj" fmla="val 33334"/>
                </a:avLst>
              </a:prstGeom>
              <a:solidFill>
                <a:srgbClr val="374746"/>
              </a:solidFill>
              <a:ln w="76200">
                <a:solidFill>
                  <a:srgbClr val="EBCD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TextBox 8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E5F14BA6-B6A6-4A81-A8E1-939AB983C341}"/>
                  </a:ext>
                </a:extLst>
              </p:cNvPr>
              <p:cNvSpPr txBox="1"/>
              <p:nvPr/>
            </p:nvSpPr>
            <p:spPr>
              <a:xfrm>
                <a:off x="-250399" y="2935760"/>
                <a:ext cx="1634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EBCDAF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Saran</a:t>
                </a:r>
              </a:p>
            </p:txBody>
          </p:sp>
        </p:grp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978A1DBB-B269-4061-B240-51AA2527473D}"/>
              </a:ext>
            </a:extLst>
          </p:cNvPr>
          <p:cNvSpPr txBox="1"/>
          <p:nvPr/>
        </p:nvSpPr>
        <p:spPr>
          <a:xfrm>
            <a:off x="2663988" y="1512163"/>
            <a:ext cx="6785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9F0E7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SARAN</a:t>
            </a: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EEC39DCB-AE09-4813-AB92-318FE326E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07116" flipH="1">
            <a:off x="9229391" y="1707293"/>
            <a:ext cx="1372220" cy="1372220"/>
          </a:xfrm>
          <a:prstGeom prst="rect">
            <a:avLst/>
          </a:prstGeom>
        </p:spPr>
      </p:pic>
      <p:sp>
        <p:nvSpPr>
          <p:cNvPr id="132" name="Rectangle: Rounded Corners 131">
            <a:hlinkClick r:id="rId5" action="ppaction://hlinksldjump"/>
            <a:extLst>
              <a:ext uri="{FF2B5EF4-FFF2-40B4-BE49-F238E27FC236}">
                <a16:creationId xmlns:a16="http://schemas.microsoft.com/office/drawing/2014/main" id="{33F8BBBB-424A-4F31-821D-D10B9B5B1CF2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133" name="Rectangle: Rounded Corners 132">
            <a:hlinkClick r:id="rId6" action="ppaction://hlinksldjump"/>
            <a:extLst>
              <a:ext uri="{FF2B5EF4-FFF2-40B4-BE49-F238E27FC236}">
                <a16:creationId xmlns:a16="http://schemas.microsoft.com/office/drawing/2014/main" id="{A8A36C72-8A6A-43EE-BE83-11971BF33B18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34" name="Rectangle: Rounded Corners 133">
            <a:hlinkClick r:id="rId7" action="ppaction://hlinksldjump"/>
            <a:extLst>
              <a:ext uri="{FF2B5EF4-FFF2-40B4-BE49-F238E27FC236}">
                <a16:creationId xmlns:a16="http://schemas.microsoft.com/office/drawing/2014/main" id="{C930D6CF-5A7E-40E5-8B07-5A6C08F2C574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35" name="Rectangle: Rounded Corners 134">
            <a:hlinkClick r:id="rId8" action="ppaction://hlinksldjump"/>
            <a:extLst>
              <a:ext uri="{FF2B5EF4-FFF2-40B4-BE49-F238E27FC236}">
                <a16:creationId xmlns:a16="http://schemas.microsoft.com/office/drawing/2014/main" id="{4C19A4F1-0422-4042-81CC-1300829C728A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36" name="Rectangle: Rounded Corners 135">
            <a:hlinkClick r:id="rId9" action="ppaction://hlinksldjump"/>
            <a:extLst>
              <a:ext uri="{FF2B5EF4-FFF2-40B4-BE49-F238E27FC236}">
                <a16:creationId xmlns:a16="http://schemas.microsoft.com/office/drawing/2014/main" id="{AA94B107-8FF2-4B7F-9608-77E854BB4976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37" name="Rectangle: Rounded Corners 136">
            <a:hlinkClick r:id="rId2" action="ppaction://hlinksldjump"/>
            <a:extLst>
              <a:ext uri="{FF2B5EF4-FFF2-40B4-BE49-F238E27FC236}">
                <a16:creationId xmlns:a16="http://schemas.microsoft.com/office/drawing/2014/main" id="{F9F61B92-689A-4C8F-9E41-CADF60730AA0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43F357-ED90-AFA6-7FBB-7415512F7775}"/>
              </a:ext>
            </a:extLst>
          </p:cNvPr>
          <p:cNvSpPr/>
          <p:nvPr/>
        </p:nvSpPr>
        <p:spPr>
          <a:xfrm>
            <a:off x="1892910" y="2408853"/>
            <a:ext cx="6455664" cy="763726"/>
          </a:xfrm>
          <a:prstGeom prst="roundRect">
            <a:avLst>
              <a:gd name="adj" fmla="val 50000"/>
            </a:avLst>
          </a:prstGeom>
          <a:solidFill>
            <a:srgbClr val="F9F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Cobalah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berbagai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prosedur</a:t>
            </a:r>
            <a:r>
              <a:rPr lang="en-US" dirty="0">
                <a:solidFill>
                  <a:schemeClr val="tx1"/>
                </a:solidFill>
              </a:rPr>
              <a:t> dan </a:t>
            </a:r>
            <a:r>
              <a:rPr lang="en-US" dirty="0" err="1">
                <a:solidFill>
                  <a:schemeClr val="tx1"/>
                </a:solidFill>
              </a:rPr>
              <a:t>metode</a:t>
            </a:r>
            <a:r>
              <a:rPr lang="en-US" dirty="0">
                <a:solidFill>
                  <a:schemeClr val="tx1"/>
                </a:solidFill>
              </a:rPr>
              <a:t> preprocessing data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mengevaluasi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dampaknya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terhadap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hasil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klasifikasi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8E85E2-113F-268C-7506-8658C75B6D07}"/>
              </a:ext>
            </a:extLst>
          </p:cNvPr>
          <p:cNvSpPr/>
          <p:nvPr/>
        </p:nvSpPr>
        <p:spPr>
          <a:xfrm>
            <a:off x="1906005" y="3323233"/>
            <a:ext cx="6455664" cy="763726"/>
          </a:xfrm>
          <a:prstGeom prst="roundRect">
            <a:avLst>
              <a:gd name="adj" fmla="val 50000"/>
            </a:avLst>
          </a:prstGeom>
          <a:solidFill>
            <a:srgbClr val="F9F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Jelajahi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variasi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metode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klasifikasi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lainnya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selain</a:t>
            </a:r>
            <a:r>
              <a:rPr lang="en-US" dirty="0">
                <a:solidFill>
                  <a:schemeClr val="tx1"/>
                </a:solidFill>
              </a:rPr>
              <a:t> Naive Bayes dan SVM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perbandingan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hasil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lebih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komprehensif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F78BEF-8217-C179-6473-DF52A5D2CECF}"/>
              </a:ext>
            </a:extLst>
          </p:cNvPr>
          <p:cNvSpPr/>
          <p:nvPr/>
        </p:nvSpPr>
        <p:spPr>
          <a:xfrm>
            <a:off x="1901758" y="4281353"/>
            <a:ext cx="6455664" cy="763726"/>
          </a:xfrm>
          <a:prstGeom prst="roundRect">
            <a:avLst>
              <a:gd name="adj" fmla="val 50000"/>
            </a:avLst>
          </a:prstGeom>
          <a:solidFill>
            <a:srgbClr val="F9F0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Tingkatkan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riset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menggabungkan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informasi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bacaan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sumber</a:t>
            </a:r>
            <a:r>
              <a:rPr lang="en-US" dirty="0">
                <a:solidFill>
                  <a:schemeClr val="tx1"/>
                </a:solidFill>
              </a:rPr>
              <a:t> data lain, </a:t>
            </a:r>
            <a:r>
              <a:rPr lang="en-US" dirty="0" err="1">
                <a:solidFill>
                  <a:schemeClr val="tx1"/>
                </a:solidFill>
              </a:rPr>
              <a:t>seperti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survei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atau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dukungan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partai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politik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436E51-D555-1094-4948-9719497A03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82248" y="2438403"/>
            <a:ext cx="2354461" cy="26545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7F3FC9-9C36-D7BB-D1CC-DBCDDC6144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1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/>
      <p:bldP spid="2" grpId="0" animBg="1"/>
      <p:bldP spid="13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B641CB-E215-4FE1-AD02-F02E9C8F1FCD}"/>
              </a:ext>
            </a:extLst>
          </p:cNvPr>
          <p:cNvGrpSpPr/>
          <p:nvPr/>
        </p:nvGrpSpPr>
        <p:grpSpPr>
          <a:xfrm>
            <a:off x="-1733" y="0"/>
            <a:ext cx="12192000" cy="6858000"/>
            <a:chOff x="0" y="0"/>
            <a:chExt cx="12192000" cy="68580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31D636-4F8F-4FA6-8C94-7D7E0B2D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2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016E3C-F195-4005-A36A-82BCC692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50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7F38C61-6111-46E5-A1C6-05D6593B301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12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2F1A899-A25B-4EC8-9A96-BE76521887C3}"/>
                </a:ext>
              </a:extLst>
            </p:cNvPr>
            <p:cNvCxnSpPr>
              <a:cxnSpLocks/>
            </p:cNvCxnSpPr>
            <p:nvPr/>
          </p:nvCxnSpPr>
          <p:spPr>
            <a:xfrm>
              <a:off x="211974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4C86F7-DFEC-4944-9877-67CE04E9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87FE8F-DBBE-4913-ACDA-D335FBB3A3DE}"/>
                </a:ext>
              </a:extLst>
            </p:cNvPr>
            <p:cNvCxnSpPr>
              <a:cxnSpLocks/>
            </p:cNvCxnSpPr>
            <p:nvPr/>
          </p:nvCxnSpPr>
          <p:spPr>
            <a:xfrm>
              <a:off x="314498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7395C4-EBD1-4892-9254-3A15FB7306C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383B6-D237-408E-856F-6E926ACE5A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021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4D68CB-207C-4AB3-90D6-3DDCFA03D702}"/>
                </a:ext>
              </a:extLst>
            </p:cNvPr>
            <p:cNvCxnSpPr>
              <a:cxnSpLocks/>
            </p:cNvCxnSpPr>
            <p:nvPr/>
          </p:nvCxnSpPr>
          <p:spPr>
            <a:xfrm>
              <a:off x="468283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6F703A-FA6A-447F-BFCA-77032BA1B45C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5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B006F-50D5-446B-AA40-17B01D631C4E}"/>
                </a:ext>
              </a:extLst>
            </p:cNvPr>
            <p:cNvCxnSpPr>
              <a:cxnSpLocks/>
            </p:cNvCxnSpPr>
            <p:nvPr/>
          </p:nvCxnSpPr>
          <p:spPr>
            <a:xfrm>
              <a:off x="570807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DDCF96A-6AF7-4373-A998-EC1AF0E4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068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7104B-F93D-4A38-9070-FD1A4E6C0AD2}"/>
                </a:ext>
              </a:extLst>
            </p:cNvPr>
            <p:cNvCxnSpPr>
              <a:cxnSpLocks/>
            </p:cNvCxnSpPr>
            <p:nvPr/>
          </p:nvCxnSpPr>
          <p:spPr>
            <a:xfrm>
              <a:off x="673330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3C05B2-4705-474D-8A77-D12B499B797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92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48C6CAD-F9DC-48F0-A74A-AB9E08048D50}"/>
                </a:ext>
              </a:extLst>
            </p:cNvPr>
            <p:cNvCxnSpPr>
              <a:cxnSpLocks/>
            </p:cNvCxnSpPr>
            <p:nvPr/>
          </p:nvCxnSpPr>
          <p:spPr>
            <a:xfrm>
              <a:off x="775854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F4DCA1-06F8-480D-BAFA-61A906F880E7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6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582FE8C-A771-46DB-836D-5F14AA69A5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377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E07782-4D7A-4B6C-92DE-326FFF427AAF}"/>
                </a:ext>
              </a:extLst>
            </p:cNvPr>
            <p:cNvCxnSpPr>
              <a:cxnSpLocks/>
            </p:cNvCxnSpPr>
            <p:nvPr/>
          </p:nvCxnSpPr>
          <p:spPr>
            <a:xfrm>
              <a:off x="929639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8CCE99C-8B5E-4EF7-98D8-6949875E58D5}"/>
                </a:ext>
              </a:extLst>
            </p:cNvPr>
            <p:cNvCxnSpPr>
              <a:cxnSpLocks/>
            </p:cNvCxnSpPr>
            <p:nvPr/>
          </p:nvCxnSpPr>
          <p:spPr>
            <a:xfrm>
              <a:off x="9809015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D144B0-9852-4203-990D-5E32E878D64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1633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A43CB8-7843-409E-8C25-987DD2ADE31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251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CFC0CD-3C4B-4AE4-9BDE-B8CF4A7DF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46869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69B63-370D-4176-BAA8-29B592F9C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487" y="0"/>
              <a:ext cx="0" cy="685800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33A51C-0F07-49AE-A343-7FDC487CB855}"/>
                </a:ext>
              </a:extLst>
            </p:cNvPr>
            <p:cNvCxnSpPr/>
            <p:nvPr/>
          </p:nvCxnSpPr>
          <p:spPr>
            <a:xfrm>
              <a:off x="0" y="46412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CE676D2-03B6-4976-9FE8-313CE5C4241D}"/>
                </a:ext>
              </a:extLst>
            </p:cNvPr>
            <p:cNvCxnSpPr/>
            <p:nvPr/>
          </p:nvCxnSpPr>
          <p:spPr>
            <a:xfrm>
              <a:off x="0" y="94903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059F2D4-1B3F-422E-B1A8-E4BF7C32BF72}"/>
                </a:ext>
              </a:extLst>
            </p:cNvPr>
            <p:cNvCxnSpPr/>
            <p:nvPr/>
          </p:nvCxnSpPr>
          <p:spPr>
            <a:xfrm>
              <a:off x="0" y="143394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163EBC-BFC0-47B0-A97D-AB3D48A05EB5}"/>
                </a:ext>
              </a:extLst>
            </p:cNvPr>
            <p:cNvCxnSpPr/>
            <p:nvPr/>
          </p:nvCxnSpPr>
          <p:spPr>
            <a:xfrm>
              <a:off x="0" y="191885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60506-6B86-4D91-8913-11F901DC943E}"/>
                </a:ext>
              </a:extLst>
            </p:cNvPr>
            <p:cNvCxnSpPr/>
            <p:nvPr/>
          </p:nvCxnSpPr>
          <p:spPr>
            <a:xfrm>
              <a:off x="0" y="2403761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993093-88F4-434E-A51D-EFA1554D8C6D}"/>
                </a:ext>
              </a:extLst>
            </p:cNvPr>
            <p:cNvCxnSpPr/>
            <p:nvPr/>
          </p:nvCxnSpPr>
          <p:spPr>
            <a:xfrm>
              <a:off x="0" y="2888670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4A95111-86BA-44BF-9063-41CD7830CED0}"/>
                </a:ext>
              </a:extLst>
            </p:cNvPr>
            <p:cNvCxnSpPr/>
            <p:nvPr/>
          </p:nvCxnSpPr>
          <p:spPr>
            <a:xfrm>
              <a:off x="0" y="3373579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EA7FA3-F65B-4C4E-93C4-ACA17F03525E}"/>
                </a:ext>
              </a:extLst>
            </p:cNvPr>
            <p:cNvCxnSpPr/>
            <p:nvPr/>
          </p:nvCxnSpPr>
          <p:spPr>
            <a:xfrm>
              <a:off x="0" y="3858488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91ABD4-DDEA-4829-B38D-70D1232F077C}"/>
                </a:ext>
              </a:extLst>
            </p:cNvPr>
            <p:cNvCxnSpPr/>
            <p:nvPr/>
          </p:nvCxnSpPr>
          <p:spPr>
            <a:xfrm>
              <a:off x="0" y="4343397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5FBA1-2D0E-4332-81AE-E53CC367621C}"/>
                </a:ext>
              </a:extLst>
            </p:cNvPr>
            <p:cNvCxnSpPr/>
            <p:nvPr/>
          </p:nvCxnSpPr>
          <p:spPr>
            <a:xfrm>
              <a:off x="0" y="4828306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E223EB9-8101-420B-811E-B33D0885B427}"/>
                </a:ext>
              </a:extLst>
            </p:cNvPr>
            <p:cNvCxnSpPr/>
            <p:nvPr/>
          </p:nvCxnSpPr>
          <p:spPr>
            <a:xfrm>
              <a:off x="0" y="5313215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9A5238D-9602-44CD-B0F2-79D823FA469C}"/>
                </a:ext>
              </a:extLst>
            </p:cNvPr>
            <p:cNvCxnSpPr/>
            <p:nvPr/>
          </p:nvCxnSpPr>
          <p:spPr>
            <a:xfrm>
              <a:off x="0" y="5798124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5519D68-7F2E-4DE3-B8FE-5B52A6028C5A}"/>
                </a:ext>
              </a:extLst>
            </p:cNvPr>
            <p:cNvCxnSpPr/>
            <p:nvPr/>
          </p:nvCxnSpPr>
          <p:spPr>
            <a:xfrm>
              <a:off x="0" y="6283033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311898-1A66-4355-8D4E-8B051D38DEAC}"/>
                </a:ext>
              </a:extLst>
            </p:cNvPr>
            <p:cNvCxnSpPr/>
            <p:nvPr/>
          </p:nvCxnSpPr>
          <p:spPr>
            <a:xfrm>
              <a:off x="0" y="6767942"/>
              <a:ext cx="12192000" cy="0"/>
            </a:xfrm>
            <a:prstGeom prst="line">
              <a:avLst/>
            </a:prstGeom>
            <a:ln w="9525">
              <a:solidFill>
                <a:srgbClr val="EBCD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6279-7676-4613-AC9A-73901E9B5ACA}"/>
              </a:ext>
            </a:extLst>
          </p:cNvPr>
          <p:cNvSpPr/>
          <p:nvPr/>
        </p:nvSpPr>
        <p:spPr>
          <a:xfrm>
            <a:off x="-1733" y="5798124"/>
            <a:ext cx="12192000" cy="1072332"/>
          </a:xfrm>
          <a:prstGeom prst="rect">
            <a:avLst/>
          </a:prstGeom>
          <a:solidFill>
            <a:srgbClr val="536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9C5C8-0ADE-4A50-A041-B240DA8EC2A9}"/>
              </a:ext>
            </a:extLst>
          </p:cNvPr>
          <p:cNvSpPr/>
          <p:nvPr/>
        </p:nvSpPr>
        <p:spPr>
          <a:xfrm>
            <a:off x="678873" y="983676"/>
            <a:ext cx="10872357" cy="5237019"/>
          </a:xfrm>
          <a:prstGeom prst="roundRect">
            <a:avLst>
              <a:gd name="adj" fmla="val 4982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80F7E-9481-4E1A-BCCB-A5EE40B15548}"/>
              </a:ext>
            </a:extLst>
          </p:cNvPr>
          <p:cNvGrpSpPr/>
          <p:nvPr/>
        </p:nvGrpSpPr>
        <p:grpSpPr>
          <a:xfrm rot="16200000">
            <a:off x="11610108" y="1260767"/>
            <a:ext cx="2341418" cy="415637"/>
            <a:chOff x="7301345" y="900545"/>
            <a:chExt cx="2341418" cy="415637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F16AE69-326B-4E57-9E17-59F0A7C5E0C8}"/>
                </a:ext>
              </a:extLst>
            </p:cNvPr>
            <p:cNvSpPr/>
            <p:nvPr/>
          </p:nvSpPr>
          <p:spPr>
            <a:xfrm>
              <a:off x="7301345" y="900545"/>
              <a:ext cx="401782" cy="415637"/>
            </a:xfrm>
            <a:prstGeom prst="flowChartConnector">
              <a:avLst/>
            </a:prstGeom>
            <a:solidFill>
              <a:srgbClr val="648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1EA38E-4C5C-4FCB-8941-23F80C4E7B4D}"/>
                </a:ext>
              </a:extLst>
            </p:cNvPr>
            <p:cNvSpPr/>
            <p:nvPr/>
          </p:nvSpPr>
          <p:spPr>
            <a:xfrm>
              <a:off x="7786254" y="900545"/>
              <a:ext cx="401782" cy="415637"/>
            </a:xfrm>
            <a:prstGeom prst="flowChartConnector">
              <a:avLst/>
            </a:prstGeom>
            <a:solidFill>
              <a:srgbClr val="B969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2819ECF-22B9-4E88-9F92-B070CA10B694}"/>
                </a:ext>
              </a:extLst>
            </p:cNvPr>
            <p:cNvSpPr/>
            <p:nvPr/>
          </p:nvSpPr>
          <p:spPr>
            <a:xfrm>
              <a:off x="8271163" y="900545"/>
              <a:ext cx="401782" cy="415637"/>
            </a:xfrm>
            <a:prstGeom prst="flowChartConnector">
              <a:avLst/>
            </a:prstGeom>
            <a:solidFill>
              <a:srgbClr val="DEA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067805E-4406-440F-BD3D-4446E68541D9}"/>
                </a:ext>
              </a:extLst>
            </p:cNvPr>
            <p:cNvSpPr/>
            <p:nvPr/>
          </p:nvSpPr>
          <p:spPr>
            <a:xfrm>
              <a:off x="8756072" y="900545"/>
              <a:ext cx="401782" cy="415637"/>
            </a:xfrm>
            <a:prstGeom prst="flowChartConnector">
              <a:avLst/>
            </a:prstGeom>
            <a:solidFill>
              <a:srgbClr val="AD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35BFE2-12F4-4453-A3B6-5DC8D6032333}"/>
                </a:ext>
              </a:extLst>
            </p:cNvPr>
            <p:cNvSpPr/>
            <p:nvPr/>
          </p:nvSpPr>
          <p:spPr>
            <a:xfrm>
              <a:off x="9240981" y="900545"/>
              <a:ext cx="401782" cy="415637"/>
            </a:xfrm>
            <a:prstGeom prst="flowChartConnector">
              <a:avLst/>
            </a:prstGeom>
            <a:solidFill>
              <a:srgbClr val="F9F0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CD828-C1FE-4CFF-AA58-D9B4FF2675DD}"/>
              </a:ext>
            </a:extLst>
          </p:cNvPr>
          <p:cNvSpPr/>
          <p:nvPr/>
        </p:nvSpPr>
        <p:spPr>
          <a:xfrm>
            <a:off x="841663" y="1136076"/>
            <a:ext cx="10560629" cy="4932215"/>
          </a:xfrm>
          <a:prstGeom prst="roundRect">
            <a:avLst>
              <a:gd name="adj" fmla="val 4982"/>
            </a:avLst>
          </a:prstGeom>
          <a:noFill/>
          <a:ln w="76200">
            <a:solidFill>
              <a:srgbClr val="536D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5178D9-2EA7-41B1-B351-CE7AD57D463D}"/>
              </a:ext>
            </a:extLst>
          </p:cNvPr>
          <p:cNvGrpSpPr/>
          <p:nvPr/>
        </p:nvGrpSpPr>
        <p:grpSpPr>
          <a:xfrm>
            <a:off x="10065325" y="0"/>
            <a:ext cx="1170710" cy="1343891"/>
            <a:chOff x="10259291" y="0"/>
            <a:chExt cx="1170710" cy="1343891"/>
          </a:xfrm>
          <a:solidFill>
            <a:srgbClr val="648282"/>
          </a:solidFill>
        </p:grpSpPr>
        <p:sp>
          <p:nvSpPr>
            <p:cNvPr id="33" name="Flowchart: Delay 32">
              <a:extLst>
                <a:ext uri="{FF2B5EF4-FFF2-40B4-BE49-F238E27FC236}">
                  <a16:creationId xmlns:a16="http://schemas.microsoft.com/office/drawing/2014/main" id="{693DA358-C82F-4174-8AA2-F4F780D0DB10}"/>
                </a:ext>
              </a:extLst>
            </p:cNvPr>
            <p:cNvSpPr/>
            <p:nvPr/>
          </p:nvSpPr>
          <p:spPr>
            <a:xfrm rot="5400000" flipV="1">
              <a:off x="10172700" y="86591"/>
              <a:ext cx="1343891" cy="1170710"/>
            </a:xfrm>
            <a:prstGeom prst="flowChartDelay">
              <a:avLst/>
            </a:prstGeom>
            <a:solidFill>
              <a:srgbClr val="536D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2FBC004A-2CC1-4B45-988E-8967895E377B}"/>
                </a:ext>
              </a:extLst>
            </p:cNvPr>
            <p:cNvSpPr/>
            <p:nvPr/>
          </p:nvSpPr>
          <p:spPr>
            <a:xfrm>
              <a:off x="10380517" y="193963"/>
              <a:ext cx="928255" cy="976746"/>
            </a:xfrm>
            <a:prstGeom prst="flowChartConnector">
              <a:avLst/>
            </a:prstGeom>
            <a:solidFill>
              <a:srgbClr val="F0D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9F89794-4713-4F73-B240-F292BA9142B0}"/>
              </a:ext>
            </a:extLst>
          </p:cNvPr>
          <p:cNvGrpSpPr/>
          <p:nvPr/>
        </p:nvGrpSpPr>
        <p:grpSpPr>
          <a:xfrm>
            <a:off x="2281643" y="1357777"/>
            <a:ext cx="3735352" cy="4106457"/>
            <a:chOff x="4281206" y="2074063"/>
            <a:chExt cx="3735352" cy="410645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83B6DA8-2173-4246-BB72-A2CDA3743B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39" t="20909" r="54091" b="30505"/>
            <a:stretch/>
          </p:blipFill>
          <p:spPr>
            <a:xfrm>
              <a:off x="4281206" y="3733330"/>
              <a:ext cx="1729770" cy="2002456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20B27039-A2CC-4C6D-9899-5A5368849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39" t="20909" r="54091" b="30505"/>
            <a:stretch/>
          </p:blipFill>
          <p:spPr>
            <a:xfrm flipH="1">
              <a:off x="6286788" y="3770487"/>
              <a:ext cx="1729770" cy="200245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DDA1A9A-5D93-4EAA-AC5B-26196DDF4B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97" t="3132" r="4066" b="10656"/>
            <a:stretch/>
          </p:blipFill>
          <p:spPr>
            <a:xfrm>
              <a:off x="4922682" y="2074063"/>
              <a:ext cx="2559627" cy="4106457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A3AD2C4-001E-4BCD-B6DF-BB32D4CEDE13}"/>
              </a:ext>
            </a:extLst>
          </p:cNvPr>
          <p:cNvSpPr txBox="1"/>
          <p:nvPr/>
        </p:nvSpPr>
        <p:spPr>
          <a:xfrm>
            <a:off x="6525481" y="3429000"/>
            <a:ext cx="2067787" cy="523220"/>
          </a:xfrm>
          <a:prstGeom prst="rect">
            <a:avLst/>
          </a:prstGeom>
          <a:solidFill>
            <a:srgbClr val="374746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Thankyou </a:t>
            </a:r>
          </a:p>
        </p:txBody>
      </p:sp>
      <p:sp>
        <p:nvSpPr>
          <p:cNvPr id="74" name="Rectangle: Rounded Corners 73">
            <a:hlinkClick r:id="rId3" action="ppaction://hlinksldjump"/>
            <a:extLst>
              <a:ext uri="{FF2B5EF4-FFF2-40B4-BE49-F238E27FC236}">
                <a16:creationId xmlns:a16="http://schemas.microsoft.com/office/drawing/2014/main" id="{47956B99-6B6C-444F-A91F-AB1B49DE3C11}"/>
              </a:ext>
            </a:extLst>
          </p:cNvPr>
          <p:cNvSpPr/>
          <p:nvPr/>
        </p:nvSpPr>
        <p:spPr>
          <a:xfrm>
            <a:off x="715244" y="387918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EBCDA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36D6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Home</a:t>
            </a:r>
          </a:p>
        </p:txBody>
      </p:sp>
      <p:sp>
        <p:nvSpPr>
          <p:cNvPr id="75" name="Rectangle: Rounded Corners 74">
            <a:hlinkClick r:id="rId4" action="ppaction://hlinksldjump"/>
            <a:extLst>
              <a:ext uri="{FF2B5EF4-FFF2-40B4-BE49-F238E27FC236}">
                <a16:creationId xmlns:a16="http://schemas.microsoft.com/office/drawing/2014/main" id="{15A4284A-C811-4B2D-B18A-265C0F855703}"/>
              </a:ext>
            </a:extLst>
          </p:cNvPr>
          <p:cNvSpPr/>
          <p:nvPr/>
        </p:nvSpPr>
        <p:spPr>
          <a:xfrm>
            <a:off x="2210664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D653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76" name="Rectangle: Rounded Corners 75">
            <a:hlinkClick r:id="rId5" action="ppaction://hlinksldjump"/>
            <a:extLst>
              <a:ext uri="{FF2B5EF4-FFF2-40B4-BE49-F238E27FC236}">
                <a16:creationId xmlns:a16="http://schemas.microsoft.com/office/drawing/2014/main" id="{409EFED6-D48D-4E6C-9FAE-DB902C085EA8}"/>
              </a:ext>
            </a:extLst>
          </p:cNvPr>
          <p:cNvSpPr/>
          <p:nvPr/>
        </p:nvSpPr>
        <p:spPr>
          <a:xfrm>
            <a:off x="3710421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DEA3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77" name="Rectangle: Rounded Corners 76">
            <a:hlinkClick r:id="rId6" action="ppaction://hlinksldjump"/>
            <a:extLst>
              <a:ext uri="{FF2B5EF4-FFF2-40B4-BE49-F238E27FC236}">
                <a16:creationId xmlns:a16="http://schemas.microsoft.com/office/drawing/2014/main" id="{0626EB24-2216-4665-BE7D-87469066C6BC}"/>
              </a:ext>
            </a:extLst>
          </p:cNvPr>
          <p:cNvSpPr/>
          <p:nvPr/>
        </p:nvSpPr>
        <p:spPr>
          <a:xfrm>
            <a:off x="5210178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B9696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3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2" name="Rectangle: Rounded Corners 81">
            <a:hlinkClick r:id="rId7" action="ppaction://hlinksldjump"/>
            <a:extLst>
              <a:ext uri="{FF2B5EF4-FFF2-40B4-BE49-F238E27FC236}">
                <a16:creationId xmlns:a16="http://schemas.microsoft.com/office/drawing/2014/main" id="{96333E98-678F-4111-A73A-FF5CEE173B3C}"/>
              </a:ext>
            </a:extLst>
          </p:cNvPr>
          <p:cNvSpPr/>
          <p:nvPr/>
        </p:nvSpPr>
        <p:spPr>
          <a:xfrm>
            <a:off x="6709935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A5B4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4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3" name="Rectangle: Rounded Corners 82">
            <a:hlinkClick r:id="rId8" action="ppaction://hlinksldjump"/>
            <a:extLst>
              <a:ext uri="{FF2B5EF4-FFF2-40B4-BE49-F238E27FC236}">
                <a16:creationId xmlns:a16="http://schemas.microsoft.com/office/drawing/2014/main" id="{B8CBF33D-E912-4C27-9EAC-5D51F4EF7D34}"/>
              </a:ext>
            </a:extLst>
          </p:cNvPr>
          <p:cNvSpPr/>
          <p:nvPr/>
        </p:nvSpPr>
        <p:spPr>
          <a:xfrm>
            <a:off x="8209692" y="373376"/>
            <a:ext cx="1399310" cy="496002"/>
          </a:xfrm>
          <a:prstGeom prst="roundRect">
            <a:avLst>
              <a:gd name="adj" fmla="val 25047"/>
            </a:avLst>
          </a:prstGeom>
          <a:solidFill>
            <a:srgbClr val="64828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BCDA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Bab </a:t>
            </a:r>
            <a:r>
              <a:rPr lang="en-US" sz="1600" dirty="0">
                <a:solidFill>
                  <a:srgbClr val="EBCDAF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5</a:t>
            </a:r>
            <a:endParaRPr lang="en-US" dirty="0">
              <a:solidFill>
                <a:srgbClr val="EBCDAF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62A95B-6755-B52B-3694-9B56C9BADC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839" y="-524779"/>
            <a:ext cx="3374690" cy="239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6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3387</TotalTime>
  <Words>837</Words>
  <Application>Microsoft Office PowerPoint</Application>
  <PresentationFormat>Widescreen</PresentationFormat>
  <Paragraphs>199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Aharoni</vt:lpstr>
      <vt:lpstr>Arial Black</vt:lpstr>
      <vt:lpstr>Calibri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</dc:creator>
  <cp:lastModifiedBy>fadli nurrizky</cp:lastModifiedBy>
  <cp:revision>26</cp:revision>
  <dcterms:created xsi:type="dcterms:W3CDTF">2022-01-15T11:46:15Z</dcterms:created>
  <dcterms:modified xsi:type="dcterms:W3CDTF">2023-12-02T03:47:09Z</dcterms:modified>
</cp:coreProperties>
</file>